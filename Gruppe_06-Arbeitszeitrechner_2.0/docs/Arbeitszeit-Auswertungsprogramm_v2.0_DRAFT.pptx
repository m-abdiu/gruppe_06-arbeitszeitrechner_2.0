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69" r:id="rId5"/>
    <p:sldId id="270" r:id="rId6"/>
    <p:sldId id="268" r:id="rId7"/>
    <p:sldId id="266" r:id="rId8"/>
    <p:sldId id="262" r:id="rId9"/>
    <p:sldId id="261" r:id="rId10"/>
    <p:sldId id="26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7C878E-5A6C-4F4D-9725-A0FD8748E475}" v="1" dt="2025-12-14T14:04:41.633"/>
    <p1510:client id="{619749CB-953E-4065-9599-9792FD440861}" v="463" dt="2025-12-14T14:00:35.5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4" y="1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BD765FA-6B06-489F-97C3-896C1CE8C462}" type="doc">
      <dgm:prSet loTypeId="urn:microsoft.com/office/officeart/2005/8/layout/defaul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7EEDAFAB-BE99-409B-8D3E-CA2422E95539}">
      <dgm:prSet/>
      <dgm:spPr/>
      <dgm:t>
        <a:bodyPr/>
        <a:lstStyle/>
        <a:p>
          <a:r>
            <a:rPr lang="de-CH"/>
            <a:t>Themawahl</a:t>
          </a:r>
          <a:endParaRPr lang="en-US"/>
        </a:p>
      </dgm:t>
    </dgm:pt>
    <dgm:pt modelId="{FFC9AA9C-A23E-47E6-BF94-B2BC3A4DC2BF}" type="parTrans" cxnId="{A85D8BA9-DBB4-466E-9956-ECCD6E42B847}">
      <dgm:prSet/>
      <dgm:spPr/>
      <dgm:t>
        <a:bodyPr/>
        <a:lstStyle/>
        <a:p>
          <a:endParaRPr lang="en-US"/>
        </a:p>
      </dgm:t>
    </dgm:pt>
    <dgm:pt modelId="{7E4293F0-03F3-4607-9E1A-80519F486F0E}" type="sibTrans" cxnId="{A85D8BA9-DBB4-466E-9956-ECCD6E42B847}">
      <dgm:prSet/>
      <dgm:spPr/>
      <dgm:t>
        <a:bodyPr/>
        <a:lstStyle/>
        <a:p>
          <a:endParaRPr lang="en-US"/>
        </a:p>
      </dgm:t>
    </dgm:pt>
    <dgm:pt modelId="{652733F6-F553-4651-B8B7-85BE25926639}">
      <dgm:prSet/>
      <dgm:spPr/>
      <dgm:t>
        <a:bodyPr/>
        <a:lstStyle/>
        <a:p>
          <a:r>
            <a:rPr lang="de-CH"/>
            <a:t>Projektziele</a:t>
          </a:r>
          <a:endParaRPr lang="en-US"/>
        </a:p>
      </dgm:t>
    </dgm:pt>
    <dgm:pt modelId="{05D74C5F-3811-418D-86B2-4FED4440EC07}" type="parTrans" cxnId="{19B5B7C8-B70D-4A43-A38F-8AB9284CB227}">
      <dgm:prSet/>
      <dgm:spPr/>
      <dgm:t>
        <a:bodyPr/>
        <a:lstStyle/>
        <a:p>
          <a:endParaRPr lang="en-US"/>
        </a:p>
      </dgm:t>
    </dgm:pt>
    <dgm:pt modelId="{78A42631-FE92-45F0-8FA2-3E82EF6DBE8D}" type="sibTrans" cxnId="{19B5B7C8-B70D-4A43-A38F-8AB9284CB227}">
      <dgm:prSet/>
      <dgm:spPr/>
      <dgm:t>
        <a:bodyPr/>
        <a:lstStyle/>
        <a:p>
          <a:endParaRPr lang="en-US"/>
        </a:p>
      </dgm:t>
    </dgm:pt>
    <dgm:pt modelId="{FE986F11-28F9-47C2-948F-27AB9411BD89}">
      <dgm:prSet/>
      <dgm:spPr/>
      <dgm:t>
        <a:bodyPr/>
        <a:lstStyle/>
        <a:p>
          <a:r>
            <a:rPr lang="de-CH"/>
            <a:t>User Stories</a:t>
          </a:r>
          <a:endParaRPr lang="en-US"/>
        </a:p>
      </dgm:t>
    </dgm:pt>
    <dgm:pt modelId="{8BDF0417-95AB-4C18-AD04-25F629BD7E59}" type="parTrans" cxnId="{70562D9C-595B-40A2-A588-55E1D11E142C}">
      <dgm:prSet/>
      <dgm:spPr/>
      <dgm:t>
        <a:bodyPr/>
        <a:lstStyle/>
        <a:p>
          <a:endParaRPr lang="en-US"/>
        </a:p>
      </dgm:t>
    </dgm:pt>
    <dgm:pt modelId="{7F3F336E-C9B4-4668-9AE6-5A7412035F9A}" type="sibTrans" cxnId="{70562D9C-595B-40A2-A588-55E1D11E142C}">
      <dgm:prSet/>
      <dgm:spPr/>
      <dgm:t>
        <a:bodyPr/>
        <a:lstStyle/>
        <a:p>
          <a:endParaRPr lang="en-US"/>
        </a:p>
      </dgm:t>
    </dgm:pt>
    <dgm:pt modelId="{D143F386-90D7-4320-BD0B-E86B658C40F5}">
      <dgm:prSet/>
      <dgm:spPr/>
      <dgm:t>
        <a:bodyPr/>
        <a:lstStyle/>
        <a:p>
          <a:r>
            <a:rPr lang="de-CH"/>
            <a:t>Projektmanagement</a:t>
          </a:r>
          <a:endParaRPr lang="en-US"/>
        </a:p>
      </dgm:t>
    </dgm:pt>
    <dgm:pt modelId="{74A6EA17-0035-469E-AF57-A9966B27FB67}" type="parTrans" cxnId="{3B10EE41-F1B7-45DC-BE39-A369DE3D3A28}">
      <dgm:prSet/>
      <dgm:spPr/>
      <dgm:t>
        <a:bodyPr/>
        <a:lstStyle/>
        <a:p>
          <a:endParaRPr lang="en-US"/>
        </a:p>
      </dgm:t>
    </dgm:pt>
    <dgm:pt modelId="{2F810670-0223-436B-8748-425DB9CF47E7}" type="sibTrans" cxnId="{3B10EE41-F1B7-45DC-BE39-A369DE3D3A28}">
      <dgm:prSet/>
      <dgm:spPr/>
      <dgm:t>
        <a:bodyPr/>
        <a:lstStyle/>
        <a:p>
          <a:endParaRPr lang="en-US"/>
        </a:p>
      </dgm:t>
    </dgm:pt>
    <dgm:pt modelId="{7282C2DC-89F7-4F42-A2A3-E66D176B421D}">
      <dgm:prSet/>
      <dgm:spPr/>
      <dgm:t>
        <a:bodyPr/>
        <a:lstStyle/>
        <a:p>
          <a:r>
            <a:rPr lang="de-CH"/>
            <a:t>Live Demo</a:t>
          </a:r>
          <a:endParaRPr lang="en-US"/>
        </a:p>
      </dgm:t>
    </dgm:pt>
    <dgm:pt modelId="{2DA12C36-3E8C-4351-A915-CE22C905BEC7}" type="parTrans" cxnId="{DE550D56-FDB9-47F7-BF2A-12B6999EA2D3}">
      <dgm:prSet/>
      <dgm:spPr/>
      <dgm:t>
        <a:bodyPr/>
        <a:lstStyle/>
        <a:p>
          <a:endParaRPr lang="en-US"/>
        </a:p>
      </dgm:t>
    </dgm:pt>
    <dgm:pt modelId="{133F8C6D-ED35-49FD-836B-8BDBB94EFDC4}" type="sibTrans" cxnId="{DE550D56-FDB9-47F7-BF2A-12B6999EA2D3}">
      <dgm:prSet/>
      <dgm:spPr/>
      <dgm:t>
        <a:bodyPr/>
        <a:lstStyle/>
        <a:p>
          <a:endParaRPr lang="en-US"/>
        </a:p>
      </dgm:t>
    </dgm:pt>
    <dgm:pt modelId="{0F6B8B42-140F-4487-BAB2-42BBDF12E6DA}">
      <dgm:prSet/>
      <dgm:spPr/>
      <dgm:t>
        <a:bodyPr/>
        <a:lstStyle/>
        <a:p>
          <a:r>
            <a:rPr lang="de-CH"/>
            <a:t>Q &amp; A</a:t>
          </a:r>
          <a:endParaRPr lang="en-US"/>
        </a:p>
      </dgm:t>
    </dgm:pt>
    <dgm:pt modelId="{186E8BD8-DE49-4D86-A510-319DD1D89111}" type="parTrans" cxnId="{011D8D46-729A-48B0-B10B-287AB630CE22}">
      <dgm:prSet/>
      <dgm:spPr/>
      <dgm:t>
        <a:bodyPr/>
        <a:lstStyle/>
        <a:p>
          <a:endParaRPr lang="en-US"/>
        </a:p>
      </dgm:t>
    </dgm:pt>
    <dgm:pt modelId="{49D554B0-6984-42D3-8669-0292A49C43C7}" type="sibTrans" cxnId="{011D8D46-729A-48B0-B10B-287AB630CE22}">
      <dgm:prSet/>
      <dgm:spPr/>
      <dgm:t>
        <a:bodyPr/>
        <a:lstStyle/>
        <a:p>
          <a:endParaRPr lang="en-US"/>
        </a:p>
      </dgm:t>
    </dgm:pt>
    <dgm:pt modelId="{457F85D2-EDFF-4BDE-91B2-DA2427D1C265}" type="pres">
      <dgm:prSet presAssocID="{7BD765FA-6B06-489F-97C3-896C1CE8C462}" presName="diagram" presStyleCnt="0">
        <dgm:presLayoutVars>
          <dgm:dir/>
          <dgm:resizeHandles val="exact"/>
        </dgm:presLayoutVars>
      </dgm:prSet>
      <dgm:spPr/>
    </dgm:pt>
    <dgm:pt modelId="{2233BE96-97D6-43F4-85DD-DFD07FB814A4}" type="pres">
      <dgm:prSet presAssocID="{7EEDAFAB-BE99-409B-8D3E-CA2422E95539}" presName="node" presStyleLbl="node1" presStyleIdx="0" presStyleCnt="6">
        <dgm:presLayoutVars>
          <dgm:bulletEnabled val="1"/>
        </dgm:presLayoutVars>
      </dgm:prSet>
      <dgm:spPr/>
    </dgm:pt>
    <dgm:pt modelId="{7E24C072-C047-4E8E-BF5B-2CFCCD85D970}" type="pres">
      <dgm:prSet presAssocID="{7E4293F0-03F3-4607-9E1A-80519F486F0E}" presName="sibTrans" presStyleCnt="0"/>
      <dgm:spPr/>
    </dgm:pt>
    <dgm:pt modelId="{6D572393-517E-4177-A9C5-FFBD037EA216}" type="pres">
      <dgm:prSet presAssocID="{652733F6-F553-4651-B8B7-85BE25926639}" presName="node" presStyleLbl="node1" presStyleIdx="1" presStyleCnt="6">
        <dgm:presLayoutVars>
          <dgm:bulletEnabled val="1"/>
        </dgm:presLayoutVars>
      </dgm:prSet>
      <dgm:spPr/>
    </dgm:pt>
    <dgm:pt modelId="{B9F77489-2E57-4EB1-BBA9-D49818DC5700}" type="pres">
      <dgm:prSet presAssocID="{78A42631-FE92-45F0-8FA2-3E82EF6DBE8D}" presName="sibTrans" presStyleCnt="0"/>
      <dgm:spPr/>
    </dgm:pt>
    <dgm:pt modelId="{FBD6B95D-DBA3-471A-B11B-F98CB473DCD1}" type="pres">
      <dgm:prSet presAssocID="{FE986F11-28F9-47C2-948F-27AB9411BD89}" presName="node" presStyleLbl="node1" presStyleIdx="2" presStyleCnt="6">
        <dgm:presLayoutVars>
          <dgm:bulletEnabled val="1"/>
        </dgm:presLayoutVars>
      </dgm:prSet>
      <dgm:spPr/>
    </dgm:pt>
    <dgm:pt modelId="{705286B4-C31D-487F-9EE9-1CECAB48E174}" type="pres">
      <dgm:prSet presAssocID="{7F3F336E-C9B4-4668-9AE6-5A7412035F9A}" presName="sibTrans" presStyleCnt="0"/>
      <dgm:spPr/>
    </dgm:pt>
    <dgm:pt modelId="{95853E69-3BCD-47FA-AFB2-55386A0A9990}" type="pres">
      <dgm:prSet presAssocID="{D143F386-90D7-4320-BD0B-E86B658C40F5}" presName="node" presStyleLbl="node1" presStyleIdx="3" presStyleCnt="6">
        <dgm:presLayoutVars>
          <dgm:bulletEnabled val="1"/>
        </dgm:presLayoutVars>
      </dgm:prSet>
      <dgm:spPr/>
    </dgm:pt>
    <dgm:pt modelId="{F1B19005-6606-41ED-9B12-4C2EE4A888F7}" type="pres">
      <dgm:prSet presAssocID="{2F810670-0223-436B-8748-425DB9CF47E7}" presName="sibTrans" presStyleCnt="0"/>
      <dgm:spPr/>
    </dgm:pt>
    <dgm:pt modelId="{27D863A9-3EB0-45D9-ACCD-DB51327C150F}" type="pres">
      <dgm:prSet presAssocID="{7282C2DC-89F7-4F42-A2A3-E66D176B421D}" presName="node" presStyleLbl="node1" presStyleIdx="4" presStyleCnt="6">
        <dgm:presLayoutVars>
          <dgm:bulletEnabled val="1"/>
        </dgm:presLayoutVars>
      </dgm:prSet>
      <dgm:spPr/>
    </dgm:pt>
    <dgm:pt modelId="{CD973CC1-AE62-4CE8-A321-087B81429F90}" type="pres">
      <dgm:prSet presAssocID="{133F8C6D-ED35-49FD-836B-8BDBB94EFDC4}" presName="sibTrans" presStyleCnt="0"/>
      <dgm:spPr/>
    </dgm:pt>
    <dgm:pt modelId="{5B02B8CC-9B65-471C-86F7-B2D185C39088}" type="pres">
      <dgm:prSet presAssocID="{0F6B8B42-140F-4487-BAB2-42BBDF12E6DA}" presName="node" presStyleLbl="node1" presStyleIdx="5" presStyleCnt="6">
        <dgm:presLayoutVars>
          <dgm:bulletEnabled val="1"/>
        </dgm:presLayoutVars>
      </dgm:prSet>
      <dgm:spPr/>
    </dgm:pt>
  </dgm:ptLst>
  <dgm:cxnLst>
    <dgm:cxn modelId="{1D4FDC2E-1FDA-469B-A623-83E1B6CF89AE}" type="presOf" srcId="{FE986F11-28F9-47C2-948F-27AB9411BD89}" destId="{FBD6B95D-DBA3-471A-B11B-F98CB473DCD1}" srcOrd="0" destOrd="0" presId="urn:microsoft.com/office/officeart/2005/8/layout/default"/>
    <dgm:cxn modelId="{A5C84639-2358-4B36-B205-0F7631F43751}" type="presOf" srcId="{0F6B8B42-140F-4487-BAB2-42BBDF12E6DA}" destId="{5B02B8CC-9B65-471C-86F7-B2D185C39088}" srcOrd="0" destOrd="0" presId="urn:microsoft.com/office/officeart/2005/8/layout/default"/>
    <dgm:cxn modelId="{F18CB661-3FF4-49C7-B426-669D63B759B2}" type="presOf" srcId="{D143F386-90D7-4320-BD0B-E86B658C40F5}" destId="{95853E69-3BCD-47FA-AFB2-55386A0A9990}" srcOrd="0" destOrd="0" presId="urn:microsoft.com/office/officeart/2005/8/layout/default"/>
    <dgm:cxn modelId="{3B10EE41-F1B7-45DC-BE39-A369DE3D3A28}" srcId="{7BD765FA-6B06-489F-97C3-896C1CE8C462}" destId="{D143F386-90D7-4320-BD0B-E86B658C40F5}" srcOrd="3" destOrd="0" parTransId="{74A6EA17-0035-469E-AF57-A9966B27FB67}" sibTransId="{2F810670-0223-436B-8748-425DB9CF47E7}"/>
    <dgm:cxn modelId="{717F6043-8DFD-4394-84A8-433D050DB870}" type="presOf" srcId="{7BD765FA-6B06-489F-97C3-896C1CE8C462}" destId="{457F85D2-EDFF-4BDE-91B2-DA2427D1C265}" srcOrd="0" destOrd="0" presId="urn:microsoft.com/office/officeart/2005/8/layout/default"/>
    <dgm:cxn modelId="{011D8D46-729A-48B0-B10B-287AB630CE22}" srcId="{7BD765FA-6B06-489F-97C3-896C1CE8C462}" destId="{0F6B8B42-140F-4487-BAB2-42BBDF12E6DA}" srcOrd="5" destOrd="0" parTransId="{186E8BD8-DE49-4D86-A510-319DD1D89111}" sibTransId="{49D554B0-6984-42D3-8669-0292A49C43C7}"/>
    <dgm:cxn modelId="{DE550D56-FDB9-47F7-BF2A-12B6999EA2D3}" srcId="{7BD765FA-6B06-489F-97C3-896C1CE8C462}" destId="{7282C2DC-89F7-4F42-A2A3-E66D176B421D}" srcOrd="4" destOrd="0" parTransId="{2DA12C36-3E8C-4351-A915-CE22C905BEC7}" sibTransId="{133F8C6D-ED35-49FD-836B-8BDBB94EFDC4}"/>
    <dgm:cxn modelId="{24A2958E-3AD3-4CD8-B83B-C162FE956922}" type="presOf" srcId="{7282C2DC-89F7-4F42-A2A3-E66D176B421D}" destId="{27D863A9-3EB0-45D9-ACCD-DB51327C150F}" srcOrd="0" destOrd="0" presId="urn:microsoft.com/office/officeart/2005/8/layout/default"/>
    <dgm:cxn modelId="{70562D9C-595B-40A2-A588-55E1D11E142C}" srcId="{7BD765FA-6B06-489F-97C3-896C1CE8C462}" destId="{FE986F11-28F9-47C2-948F-27AB9411BD89}" srcOrd="2" destOrd="0" parTransId="{8BDF0417-95AB-4C18-AD04-25F629BD7E59}" sibTransId="{7F3F336E-C9B4-4668-9AE6-5A7412035F9A}"/>
    <dgm:cxn modelId="{A85D8BA9-DBB4-466E-9956-ECCD6E42B847}" srcId="{7BD765FA-6B06-489F-97C3-896C1CE8C462}" destId="{7EEDAFAB-BE99-409B-8D3E-CA2422E95539}" srcOrd="0" destOrd="0" parTransId="{FFC9AA9C-A23E-47E6-BF94-B2BC3A4DC2BF}" sibTransId="{7E4293F0-03F3-4607-9E1A-80519F486F0E}"/>
    <dgm:cxn modelId="{C847BDB6-7008-494F-A5A6-D6B7EE296B6A}" type="presOf" srcId="{7EEDAFAB-BE99-409B-8D3E-CA2422E95539}" destId="{2233BE96-97D6-43F4-85DD-DFD07FB814A4}" srcOrd="0" destOrd="0" presId="urn:microsoft.com/office/officeart/2005/8/layout/default"/>
    <dgm:cxn modelId="{19B5B7C8-B70D-4A43-A38F-8AB9284CB227}" srcId="{7BD765FA-6B06-489F-97C3-896C1CE8C462}" destId="{652733F6-F553-4651-B8B7-85BE25926639}" srcOrd="1" destOrd="0" parTransId="{05D74C5F-3811-418D-86B2-4FED4440EC07}" sibTransId="{78A42631-FE92-45F0-8FA2-3E82EF6DBE8D}"/>
    <dgm:cxn modelId="{ED23BEF6-2729-45C3-9214-CAD7A01CE3EA}" type="presOf" srcId="{652733F6-F553-4651-B8B7-85BE25926639}" destId="{6D572393-517E-4177-A9C5-FFBD037EA216}" srcOrd="0" destOrd="0" presId="urn:microsoft.com/office/officeart/2005/8/layout/default"/>
    <dgm:cxn modelId="{2962F909-AA78-46E5-AD7D-88BCD304BAB8}" type="presParOf" srcId="{457F85D2-EDFF-4BDE-91B2-DA2427D1C265}" destId="{2233BE96-97D6-43F4-85DD-DFD07FB814A4}" srcOrd="0" destOrd="0" presId="urn:microsoft.com/office/officeart/2005/8/layout/default"/>
    <dgm:cxn modelId="{308376AF-E25E-4B50-8045-0F7B95718C47}" type="presParOf" srcId="{457F85D2-EDFF-4BDE-91B2-DA2427D1C265}" destId="{7E24C072-C047-4E8E-BF5B-2CFCCD85D970}" srcOrd="1" destOrd="0" presId="urn:microsoft.com/office/officeart/2005/8/layout/default"/>
    <dgm:cxn modelId="{F87D77BE-FBFA-47DB-9681-0DE57931174E}" type="presParOf" srcId="{457F85D2-EDFF-4BDE-91B2-DA2427D1C265}" destId="{6D572393-517E-4177-A9C5-FFBD037EA216}" srcOrd="2" destOrd="0" presId="urn:microsoft.com/office/officeart/2005/8/layout/default"/>
    <dgm:cxn modelId="{151A9D06-E27E-4EED-B899-51D37B7B396D}" type="presParOf" srcId="{457F85D2-EDFF-4BDE-91B2-DA2427D1C265}" destId="{B9F77489-2E57-4EB1-BBA9-D49818DC5700}" srcOrd="3" destOrd="0" presId="urn:microsoft.com/office/officeart/2005/8/layout/default"/>
    <dgm:cxn modelId="{DEB73C41-8321-4CAF-B21A-8853CF3A069D}" type="presParOf" srcId="{457F85D2-EDFF-4BDE-91B2-DA2427D1C265}" destId="{FBD6B95D-DBA3-471A-B11B-F98CB473DCD1}" srcOrd="4" destOrd="0" presId="urn:microsoft.com/office/officeart/2005/8/layout/default"/>
    <dgm:cxn modelId="{636E2959-4B19-4C5B-BF22-D91694ED4D72}" type="presParOf" srcId="{457F85D2-EDFF-4BDE-91B2-DA2427D1C265}" destId="{705286B4-C31D-487F-9EE9-1CECAB48E174}" srcOrd="5" destOrd="0" presId="urn:microsoft.com/office/officeart/2005/8/layout/default"/>
    <dgm:cxn modelId="{57DE9A4C-9CBB-4121-BFF8-F42C45646EA7}" type="presParOf" srcId="{457F85D2-EDFF-4BDE-91B2-DA2427D1C265}" destId="{95853E69-3BCD-47FA-AFB2-55386A0A9990}" srcOrd="6" destOrd="0" presId="urn:microsoft.com/office/officeart/2005/8/layout/default"/>
    <dgm:cxn modelId="{0FD4224B-D940-4C1A-9D04-F26FF12DC092}" type="presParOf" srcId="{457F85D2-EDFF-4BDE-91B2-DA2427D1C265}" destId="{F1B19005-6606-41ED-9B12-4C2EE4A888F7}" srcOrd="7" destOrd="0" presId="urn:microsoft.com/office/officeart/2005/8/layout/default"/>
    <dgm:cxn modelId="{C47859C5-375F-4652-BCD2-AE73EBAC5C5F}" type="presParOf" srcId="{457F85D2-EDFF-4BDE-91B2-DA2427D1C265}" destId="{27D863A9-3EB0-45D9-ACCD-DB51327C150F}" srcOrd="8" destOrd="0" presId="urn:microsoft.com/office/officeart/2005/8/layout/default"/>
    <dgm:cxn modelId="{BC3D258F-B943-476F-94D3-66B93B782125}" type="presParOf" srcId="{457F85D2-EDFF-4BDE-91B2-DA2427D1C265}" destId="{CD973CC1-AE62-4CE8-A321-087B81429F90}" srcOrd="9" destOrd="0" presId="urn:microsoft.com/office/officeart/2005/8/layout/default"/>
    <dgm:cxn modelId="{E61B6879-70D0-4517-A5C9-8A571D7237A2}" type="presParOf" srcId="{457F85D2-EDFF-4BDE-91B2-DA2427D1C265}" destId="{5B02B8CC-9B65-471C-86F7-B2D185C39088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61C393-6B4A-44E7-A72C-1B9496B92FCA}" type="doc">
      <dgm:prSet loTypeId="urn:microsoft.com/office/officeart/2008/layout/LinedList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5329B13-7341-4093-B24E-BCF122348DD2}">
      <dgm:prSet/>
      <dgm:spPr/>
      <dgm:t>
        <a:bodyPr/>
        <a:lstStyle/>
        <a:p>
          <a:r>
            <a:rPr lang="de-DE"/>
            <a:t>Das Original Problem war, dass der Vorgesetzte ein File erhält, in dem alle Mitarbeiter ihre gestempelten Zeiten eintragen und er muss immer alles manuell berechnen.</a:t>
          </a:r>
          <a:endParaRPr lang="en-US"/>
        </a:p>
      </dgm:t>
    </dgm:pt>
    <dgm:pt modelId="{F6AE32E9-3D57-42DB-92C3-8961F56EF8E7}" type="parTrans" cxnId="{86B01A93-9C0C-45F4-808E-5FB99C0EC1E0}">
      <dgm:prSet/>
      <dgm:spPr/>
      <dgm:t>
        <a:bodyPr/>
        <a:lstStyle/>
        <a:p>
          <a:endParaRPr lang="en-US"/>
        </a:p>
      </dgm:t>
    </dgm:pt>
    <dgm:pt modelId="{648E5623-8BA6-45A1-912D-D82060CB970C}" type="sibTrans" cxnId="{86B01A93-9C0C-45F4-808E-5FB99C0EC1E0}">
      <dgm:prSet/>
      <dgm:spPr/>
      <dgm:t>
        <a:bodyPr/>
        <a:lstStyle/>
        <a:p>
          <a:endParaRPr lang="en-US"/>
        </a:p>
      </dgm:t>
    </dgm:pt>
    <dgm:pt modelId="{525A1FBE-FE68-4D3C-9A0B-1CDA14BB8BF3}">
      <dgm:prSet/>
      <dgm:spPr/>
      <dgm:t>
        <a:bodyPr/>
        <a:lstStyle/>
        <a:p>
          <a:r>
            <a:rPr lang="de-DE" dirty="0"/>
            <a:t>Aus der Vorlösung wurde einiges vereinfacht und der Vorgesetzte musste nun nur noch einfach das File einlesen und er hatte seine Arbeit erledigt.</a:t>
          </a:r>
          <a:endParaRPr lang="en-US" dirty="0"/>
        </a:p>
      </dgm:t>
    </dgm:pt>
    <dgm:pt modelId="{36B97CEF-93F2-4DB1-9072-245E1B32277E}" type="parTrans" cxnId="{9C49DE18-8EF1-41E6-8A43-9AFBE0E6B46D}">
      <dgm:prSet/>
      <dgm:spPr/>
      <dgm:t>
        <a:bodyPr/>
        <a:lstStyle/>
        <a:p>
          <a:endParaRPr lang="en-US"/>
        </a:p>
      </dgm:t>
    </dgm:pt>
    <dgm:pt modelId="{64824FFB-E4F1-4126-A9E1-1D8C9A1EF4BF}" type="sibTrans" cxnId="{9C49DE18-8EF1-41E6-8A43-9AFBE0E6B46D}">
      <dgm:prSet/>
      <dgm:spPr/>
      <dgm:t>
        <a:bodyPr/>
        <a:lstStyle/>
        <a:p>
          <a:endParaRPr lang="en-US"/>
        </a:p>
      </dgm:t>
    </dgm:pt>
    <dgm:pt modelId="{72B8AEDD-E887-4E32-9D00-989681F7DA59}">
      <dgm:prSet/>
      <dgm:spPr/>
      <dgm:t>
        <a:bodyPr/>
        <a:lstStyle/>
        <a:p>
          <a:r>
            <a:rPr lang="de-DE"/>
            <a:t>Da das Unternehmen derzeitig in einem technischen Wandel ist, werden nun bestehende System überarbeitet.</a:t>
          </a:r>
          <a:endParaRPr lang="en-US"/>
        </a:p>
      </dgm:t>
    </dgm:pt>
    <dgm:pt modelId="{501864A9-B480-4BA1-B0F1-1465D73D9F5C}" type="parTrans" cxnId="{57A86D81-9A41-4D95-966A-1BF3B51BF2D6}">
      <dgm:prSet/>
      <dgm:spPr/>
      <dgm:t>
        <a:bodyPr/>
        <a:lstStyle/>
        <a:p>
          <a:endParaRPr lang="en-US"/>
        </a:p>
      </dgm:t>
    </dgm:pt>
    <dgm:pt modelId="{F0927D22-8E83-45B6-A57D-F522CAE8B426}" type="sibTrans" cxnId="{57A86D81-9A41-4D95-966A-1BF3B51BF2D6}">
      <dgm:prSet/>
      <dgm:spPr/>
      <dgm:t>
        <a:bodyPr/>
        <a:lstStyle/>
        <a:p>
          <a:endParaRPr lang="en-US"/>
        </a:p>
      </dgm:t>
    </dgm:pt>
    <dgm:pt modelId="{995E8F75-6580-4B73-927D-F9B1CF9574F4}" type="pres">
      <dgm:prSet presAssocID="{F661C393-6B4A-44E7-A72C-1B9496B92FCA}" presName="vert0" presStyleCnt="0">
        <dgm:presLayoutVars>
          <dgm:dir/>
          <dgm:animOne val="branch"/>
          <dgm:animLvl val="lvl"/>
        </dgm:presLayoutVars>
      </dgm:prSet>
      <dgm:spPr/>
    </dgm:pt>
    <dgm:pt modelId="{7F3BAA08-1B69-4C62-BAE7-2EA57CFB6F65}" type="pres">
      <dgm:prSet presAssocID="{A5329B13-7341-4093-B24E-BCF122348DD2}" presName="thickLine" presStyleLbl="alignNode1" presStyleIdx="0" presStyleCnt="3"/>
      <dgm:spPr/>
    </dgm:pt>
    <dgm:pt modelId="{CC9A1D73-41A4-413A-A8E1-18BAC8DA5C25}" type="pres">
      <dgm:prSet presAssocID="{A5329B13-7341-4093-B24E-BCF122348DD2}" presName="horz1" presStyleCnt="0"/>
      <dgm:spPr/>
    </dgm:pt>
    <dgm:pt modelId="{93DDF46C-1011-4045-8B2C-F267BA4BEC17}" type="pres">
      <dgm:prSet presAssocID="{A5329B13-7341-4093-B24E-BCF122348DD2}" presName="tx1" presStyleLbl="revTx" presStyleIdx="0" presStyleCnt="3"/>
      <dgm:spPr/>
    </dgm:pt>
    <dgm:pt modelId="{65288636-A6C6-42C3-A2B0-BADF875C2A6B}" type="pres">
      <dgm:prSet presAssocID="{A5329B13-7341-4093-B24E-BCF122348DD2}" presName="vert1" presStyleCnt="0"/>
      <dgm:spPr/>
    </dgm:pt>
    <dgm:pt modelId="{299DDDD3-A0FD-403F-80E8-425C37CCBABE}" type="pres">
      <dgm:prSet presAssocID="{525A1FBE-FE68-4D3C-9A0B-1CDA14BB8BF3}" presName="thickLine" presStyleLbl="alignNode1" presStyleIdx="1" presStyleCnt="3"/>
      <dgm:spPr/>
    </dgm:pt>
    <dgm:pt modelId="{8A6982B1-B738-4222-BF41-B32196057B02}" type="pres">
      <dgm:prSet presAssocID="{525A1FBE-FE68-4D3C-9A0B-1CDA14BB8BF3}" presName="horz1" presStyleCnt="0"/>
      <dgm:spPr/>
    </dgm:pt>
    <dgm:pt modelId="{54065E0B-1247-4660-B901-9FF7F3F061E3}" type="pres">
      <dgm:prSet presAssocID="{525A1FBE-FE68-4D3C-9A0B-1CDA14BB8BF3}" presName="tx1" presStyleLbl="revTx" presStyleIdx="1" presStyleCnt="3"/>
      <dgm:spPr/>
    </dgm:pt>
    <dgm:pt modelId="{15204C5E-FB6D-4349-89F5-575A1B60DF34}" type="pres">
      <dgm:prSet presAssocID="{525A1FBE-FE68-4D3C-9A0B-1CDA14BB8BF3}" presName="vert1" presStyleCnt="0"/>
      <dgm:spPr/>
    </dgm:pt>
    <dgm:pt modelId="{2033D11D-1B23-43E0-96C2-28423BD79D58}" type="pres">
      <dgm:prSet presAssocID="{72B8AEDD-E887-4E32-9D00-989681F7DA59}" presName="thickLine" presStyleLbl="alignNode1" presStyleIdx="2" presStyleCnt="3"/>
      <dgm:spPr/>
    </dgm:pt>
    <dgm:pt modelId="{4254D9B3-5762-47AD-8EC2-DE90AFAE354C}" type="pres">
      <dgm:prSet presAssocID="{72B8AEDD-E887-4E32-9D00-989681F7DA59}" presName="horz1" presStyleCnt="0"/>
      <dgm:spPr/>
    </dgm:pt>
    <dgm:pt modelId="{EE461555-9D00-4398-9588-97116ED470EC}" type="pres">
      <dgm:prSet presAssocID="{72B8AEDD-E887-4E32-9D00-989681F7DA59}" presName="tx1" presStyleLbl="revTx" presStyleIdx="2" presStyleCnt="3"/>
      <dgm:spPr/>
    </dgm:pt>
    <dgm:pt modelId="{C4CA99F7-0AF6-486D-889B-DBE26FAE086B}" type="pres">
      <dgm:prSet presAssocID="{72B8AEDD-E887-4E32-9D00-989681F7DA59}" presName="vert1" presStyleCnt="0"/>
      <dgm:spPr/>
    </dgm:pt>
  </dgm:ptLst>
  <dgm:cxnLst>
    <dgm:cxn modelId="{9C49DE18-8EF1-41E6-8A43-9AFBE0E6B46D}" srcId="{F661C393-6B4A-44E7-A72C-1B9496B92FCA}" destId="{525A1FBE-FE68-4D3C-9A0B-1CDA14BB8BF3}" srcOrd="1" destOrd="0" parTransId="{36B97CEF-93F2-4DB1-9072-245E1B32277E}" sibTransId="{64824FFB-E4F1-4126-A9E1-1D8C9A1EF4BF}"/>
    <dgm:cxn modelId="{57A86D81-9A41-4D95-966A-1BF3B51BF2D6}" srcId="{F661C393-6B4A-44E7-A72C-1B9496B92FCA}" destId="{72B8AEDD-E887-4E32-9D00-989681F7DA59}" srcOrd="2" destOrd="0" parTransId="{501864A9-B480-4BA1-B0F1-1465D73D9F5C}" sibTransId="{F0927D22-8E83-45B6-A57D-F522CAE8B426}"/>
    <dgm:cxn modelId="{86B01A93-9C0C-45F4-808E-5FB99C0EC1E0}" srcId="{F661C393-6B4A-44E7-A72C-1B9496B92FCA}" destId="{A5329B13-7341-4093-B24E-BCF122348DD2}" srcOrd="0" destOrd="0" parTransId="{F6AE32E9-3D57-42DB-92C3-8961F56EF8E7}" sibTransId="{648E5623-8BA6-45A1-912D-D82060CB970C}"/>
    <dgm:cxn modelId="{4457529D-F101-4690-9706-DF09B95977CF}" type="presOf" srcId="{72B8AEDD-E887-4E32-9D00-989681F7DA59}" destId="{EE461555-9D00-4398-9588-97116ED470EC}" srcOrd="0" destOrd="0" presId="urn:microsoft.com/office/officeart/2008/layout/LinedList"/>
    <dgm:cxn modelId="{84F1039E-0E43-4D14-8FFA-BB0D7BB393D2}" type="presOf" srcId="{A5329B13-7341-4093-B24E-BCF122348DD2}" destId="{93DDF46C-1011-4045-8B2C-F267BA4BEC17}" srcOrd="0" destOrd="0" presId="urn:microsoft.com/office/officeart/2008/layout/LinedList"/>
    <dgm:cxn modelId="{D669C5C7-5A05-4280-856B-0949B4C2CBA5}" type="presOf" srcId="{525A1FBE-FE68-4D3C-9A0B-1CDA14BB8BF3}" destId="{54065E0B-1247-4660-B901-9FF7F3F061E3}" srcOrd="0" destOrd="0" presId="urn:microsoft.com/office/officeart/2008/layout/LinedList"/>
    <dgm:cxn modelId="{EB65F5FC-6FDE-4AF7-9362-2DFE329C2E8D}" type="presOf" srcId="{F661C393-6B4A-44E7-A72C-1B9496B92FCA}" destId="{995E8F75-6580-4B73-927D-F9B1CF9574F4}" srcOrd="0" destOrd="0" presId="urn:microsoft.com/office/officeart/2008/layout/LinedList"/>
    <dgm:cxn modelId="{DE4A4AA6-94EE-456B-9E5F-FC349715D4CC}" type="presParOf" srcId="{995E8F75-6580-4B73-927D-F9B1CF9574F4}" destId="{7F3BAA08-1B69-4C62-BAE7-2EA57CFB6F65}" srcOrd="0" destOrd="0" presId="urn:microsoft.com/office/officeart/2008/layout/LinedList"/>
    <dgm:cxn modelId="{78578DCD-3B8E-49B8-B16D-0D871D09076B}" type="presParOf" srcId="{995E8F75-6580-4B73-927D-F9B1CF9574F4}" destId="{CC9A1D73-41A4-413A-A8E1-18BAC8DA5C25}" srcOrd="1" destOrd="0" presId="urn:microsoft.com/office/officeart/2008/layout/LinedList"/>
    <dgm:cxn modelId="{0ECCB898-F7FE-42FE-A85B-F7C3A885F776}" type="presParOf" srcId="{CC9A1D73-41A4-413A-A8E1-18BAC8DA5C25}" destId="{93DDF46C-1011-4045-8B2C-F267BA4BEC17}" srcOrd="0" destOrd="0" presId="urn:microsoft.com/office/officeart/2008/layout/LinedList"/>
    <dgm:cxn modelId="{A24B198B-B67E-465C-B6D5-B489417E9964}" type="presParOf" srcId="{CC9A1D73-41A4-413A-A8E1-18BAC8DA5C25}" destId="{65288636-A6C6-42C3-A2B0-BADF875C2A6B}" srcOrd="1" destOrd="0" presId="urn:microsoft.com/office/officeart/2008/layout/LinedList"/>
    <dgm:cxn modelId="{7951BC30-36C0-426A-8786-9DC40963ADD9}" type="presParOf" srcId="{995E8F75-6580-4B73-927D-F9B1CF9574F4}" destId="{299DDDD3-A0FD-403F-80E8-425C37CCBABE}" srcOrd="2" destOrd="0" presId="urn:microsoft.com/office/officeart/2008/layout/LinedList"/>
    <dgm:cxn modelId="{0D87673B-99EB-4C35-9F77-BAA2099288BC}" type="presParOf" srcId="{995E8F75-6580-4B73-927D-F9B1CF9574F4}" destId="{8A6982B1-B738-4222-BF41-B32196057B02}" srcOrd="3" destOrd="0" presId="urn:microsoft.com/office/officeart/2008/layout/LinedList"/>
    <dgm:cxn modelId="{84107561-97AB-4DC2-A9E3-17B8610819E1}" type="presParOf" srcId="{8A6982B1-B738-4222-BF41-B32196057B02}" destId="{54065E0B-1247-4660-B901-9FF7F3F061E3}" srcOrd="0" destOrd="0" presId="urn:microsoft.com/office/officeart/2008/layout/LinedList"/>
    <dgm:cxn modelId="{ADA8390D-39E8-47A2-90DC-44A16ED33338}" type="presParOf" srcId="{8A6982B1-B738-4222-BF41-B32196057B02}" destId="{15204C5E-FB6D-4349-89F5-575A1B60DF34}" srcOrd="1" destOrd="0" presId="urn:microsoft.com/office/officeart/2008/layout/LinedList"/>
    <dgm:cxn modelId="{23AD0069-2DD7-4EC9-8934-93B62CF53385}" type="presParOf" srcId="{995E8F75-6580-4B73-927D-F9B1CF9574F4}" destId="{2033D11D-1B23-43E0-96C2-28423BD79D58}" srcOrd="4" destOrd="0" presId="urn:microsoft.com/office/officeart/2008/layout/LinedList"/>
    <dgm:cxn modelId="{D0B2F211-AA3D-4154-A69B-64C009EF0FB1}" type="presParOf" srcId="{995E8F75-6580-4B73-927D-F9B1CF9574F4}" destId="{4254D9B3-5762-47AD-8EC2-DE90AFAE354C}" srcOrd="5" destOrd="0" presId="urn:microsoft.com/office/officeart/2008/layout/LinedList"/>
    <dgm:cxn modelId="{EDBC3FB4-CC7E-432D-AC10-E372ABC89849}" type="presParOf" srcId="{4254D9B3-5762-47AD-8EC2-DE90AFAE354C}" destId="{EE461555-9D00-4398-9588-97116ED470EC}" srcOrd="0" destOrd="0" presId="urn:microsoft.com/office/officeart/2008/layout/LinedList"/>
    <dgm:cxn modelId="{337F7437-BEA3-4E48-9637-8FAD9C9C8EE1}" type="presParOf" srcId="{4254D9B3-5762-47AD-8EC2-DE90AFAE354C}" destId="{C4CA99F7-0AF6-486D-889B-DBE26FAE086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0EE93A4-D545-43CF-BD4F-FA517348AA51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45666D26-517F-4874-9496-17CF0A86B075}">
      <dgm:prSet/>
      <dgm:spPr/>
      <dgm:t>
        <a:bodyPr/>
        <a:lstStyle/>
        <a:p>
          <a:r>
            <a:rPr lang="de-CH" dirty="0"/>
            <a:t>Arbeitsteilung nach MVC-Pattern</a:t>
          </a:r>
          <a:endParaRPr lang="en-US" dirty="0"/>
        </a:p>
      </dgm:t>
    </dgm:pt>
    <dgm:pt modelId="{14A88E4A-433A-48C9-80AF-8D6E6771C99A}" type="parTrans" cxnId="{ECDE71F3-CE76-40D5-8BE0-1D8318B8B8FA}">
      <dgm:prSet/>
      <dgm:spPr/>
      <dgm:t>
        <a:bodyPr/>
        <a:lstStyle/>
        <a:p>
          <a:endParaRPr lang="en-US"/>
        </a:p>
      </dgm:t>
    </dgm:pt>
    <dgm:pt modelId="{2EF16552-3F06-4504-A476-D0FA7CCC0B4C}" type="sibTrans" cxnId="{ECDE71F3-CE76-40D5-8BE0-1D8318B8B8FA}">
      <dgm:prSet phldrT="1"/>
      <dgm:spPr/>
      <dgm:t>
        <a:bodyPr/>
        <a:lstStyle/>
        <a:p>
          <a:r>
            <a:rPr lang="en-US"/>
            <a:t>1</a:t>
          </a:r>
        </a:p>
      </dgm:t>
    </dgm:pt>
    <dgm:pt modelId="{C0F4926D-2B4A-4A84-8CE5-AC611840BE33}">
      <dgm:prSet/>
      <dgm:spPr/>
      <dgm:t>
        <a:bodyPr/>
        <a:lstStyle/>
        <a:p>
          <a:r>
            <a:rPr lang="de-CH" dirty="0"/>
            <a:t>Highlights - Bugs / </a:t>
          </a:r>
          <a:r>
            <a:rPr lang="de-CH" dirty="0" err="1"/>
            <a:t>Issues</a:t>
          </a:r>
          <a:r>
            <a:rPr lang="de-CH" dirty="0"/>
            <a:t> bei Projektführung</a:t>
          </a:r>
          <a:endParaRPr lang="en-US" dirty="0"/>
        </a:p>
      </dgm:t>
    </dgm:pt>
    <dgm:pt modelId="{65E1006D-0050-46CB-ADD2-D18BCFDB6FE7}" type="parTrans" cxnId="{79A64CE6-7351-4D88-9DDE-FB2F4B0687D5}">
      <dgm:prSet/>
      <dgm:spPr/>
      <dgm:t>
        <a:bodyPr/>
        <a:lstStyle/>
        <a:p>
          <a:endParaRPr lang="en-US"/>
        </a:p>
      </dgm:t>
    </dgm:pt>
    <dgm:pt modelId="{F0289AA7-BBE2-416C-87D5-E7C5186739E4}" type="sibTrans" cxnId="{79A64CE6-7351-4D88-9DDE-FB2F4B0687D5}">
      <dgm:prSet phldrT="2"/>
      <dgm:spPr/>
      <dgm:t>
        <a:bodyPr/>
        <a:lstStyle/>
        <a:p>
          <a:r>
            <a:rPr lang="en-US"/>
            <a:t>2</a:t>
          </a:r>
        </a:p>
      </dgm:t>
    </dgm:pt>
    <dgm:pt modelId="{E1647A64-E87C-4ACA-9029-C2EC6AE93A47}">
      <dgm:prSet/>
      <dgm:spPr/>
      <dgm:t>
        <a:bodyPr/>
        <a:lstStyle/>
        <a:p>
          <a:r>
            <a:rPr lang="en-US" dirty="0" err="1"/>
            <a:t>Verwendung</a:t>
          </a:r>
          <a:r>
            <a:rPr lang="en-US" dirty="0"/>
            <a:t> von Agents</a:t>
          </a:r>
        </a:p>
      </dgm:t>
    </dgm:pt>
    <dgm:pt modelId="{9B4A5A94-F20E-4840-8F5B-A783A4C1682C}" type="parTrans" cxnId="{6C5CD9EE-51BD-4582-8107-858A816ADFCA}">
      <dgm:prSet/>
      <dgm:spPr/>
      <dgm:t>
        <a:bodyPr/>
        <a:lstStyle/>
        <a:p>
          <a:endParaRPr lang="en-US"/>
        </a:p>
      </dgm:t>
    </dgm:pt>
    <dgm:pt modelId="{854171E0-567B-45E5-ABD4-848A164E655A}" type="sibTrans" cxnId="{6C5CD9EE-51BD-4582-8107-858A816ADFCA}">
      <dgm:prSet phldrT="3"/>
      <dgm:spPr/>
      <dgm:t>
        <a:bodyPr/>
        <a:lstStyle/>
        <a:p>
          <a:r>
            <a:rPr lang="en-US"/>
            <a:t>3</a:t>
          </a:r>
        </a:p>
      </dgm:t>
    </dgm:pt>
    <dgm:pt modelId="{22F4926C-24D1-48EC-8137-06A42B0B2A58}" type="pres">
      <dgm:prSet presAssocID="{C0EE93A4-D545-43CF-BD4F-FA517348AA51}" presName="Name0" presStyleCnt="0">
        <dgm:presLayoutVars>
          <dgm:animLvl val="lvl"/>
          <dgm:resizeHandles val="exact"/>
        </dgm:presLayoutVars>
      </dgm:prSet>
      <dgm:spPr/>
    </dgm:pt>
    <dgm:pt modelId="{1CB0E198-E4D2-46E1-96F8-D9D9E2512A32}" type="pres">
      <dgm:prSet presAssocID="{45666D26-517F-4874-9496-17CF0A86B075}" presName="compositeNode" presStyleCnt="0">
        <dgm:presLayoutVars>
          <dgm:bulletEnabled val="1"/>
        </dgm:presLayoutVars>
      </dgm:prSet>
      <dgm:spPr/>
    </dgm:pt>
    <dgm:pt modelId="{6F6DED50-EAF8-442D-B4F3-7677F722651B}" type="pres">
      <dgm:prSet presAssocID="{45666D26-517F-4874-9496-17CF0A86B075}" presName="bgRect" presStyleLbl="bgAccFollowNode1" presStyleIdx="0" presStyleCnt="3"/>
      <dgm:spPr/>
    </dgm:pt>
    <dgm:pt modelId="{70F8AC21-DC6C-4A0F-86B2-79443D0262C1}" type="pres">
      <dgm:prSet presAssocID="{2EF16552-3F06-4504-A476-D0FA7CCC0B4C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BA47373B-D26E-4828-80E3-C41601008102}" type="pres">
      <dgm:prSet presAssocID="{45666D26-517F-4874-9496-17CF0A86B075}" presName="bottomLine" presStyleLbl="alignNode1" presStyleIdx="1" presStyleCnt="6">
        <dgm:presLayoutVars/>
      </dgm:prSet>
      <dgm:spPr/>
    </dgm:pt>
    <dgm:pt modelId="{45E33B6E-D098-4F4C-A74F-654E9C36DA1F}" type="pres">
      <dgm:prSet presAssocID="{45666D26-517F-4874-9496-17CF0A86B075}" presName="nodeText" presStyleLbl="bgAccFollowNode1" presStyleIdx="0" presStyleCnt="3">
        <dgm:presLayoutVars>
          <dgm:bulletEnabled val="1"/>
        </dgm:presLayoutVars>
      </dgm:prSet>
      <dgm:spPr/>
    </dgm:pt>
    <dgm:pt modelId="{79E8AB9C-3BC0-4F63-B0BC-BD00E0D5D255}" type="pres">
      <dgm:prSet presAssocID="{2EF16552-3F06-4504-A476-D0FA7CCC0B4C}" presName="sibTrans" presStyleCnt="0"/>
      <dgm:spPr/>
    </dgm:pt>
    <dgm:pt modelId="{1B10B2AF-2885-454E-9F27-97E28DD18134}" type="pres">
      <dgm:prSet presAssocID="{C0F4926D-2B4A-4A84-8CE5-AC611840BE33}" presName="compositeNode" presStyleCnt="0">
        <dgm:presLayoutVars>
          <dgm:bulletEnabled val="1"/>
        </dgm:presLayoutVars>
      </dgm:prSet>
      <dgm:spPr/>
    </dgm:pt>
    <dgm:pt modelId="{FD4CDA60-0E66-4353-8993-74E015C185F6}" type="pres">
      <dgm:prSet presAssocID="{C0F4926D-2B4A-4A84-8CE5-AC611840BE33}" presName="bgRect" presStyleLbl="bgAccFollowNode1" presStyleIdx="1" presStyleCnt="3"/>
      <dgm:spPr/>
    </dgm:pt>
    <dgm:pt modelId="{149DDF1F-0705-4B0E-857D-C0CA8D437879}" type="pres">
      <dgm:prSet presAssocID="{F0289AA7-BBE2-416C-87D5-E7C5186739E4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F2CD6D15-BCAA-48CF-8DF3-72EA7F5ABC7E}" type="pres">
      <dgm:prSet presAssocID="{C0F4926D-2B4A-4A84-8CE5-AC611840BE33}" presName="bottomLine" presStyleLbl="alignNode1" presStyleIdx="3" presStyleCnt="6">
        <dgm:presLayoutVars/>
      </dgm:prSet>
      <dgm:spPr/>
    </dgm:pt>
    <dgm:pt modelId="{8749A6FC-4B9D-469E-963D-601D27BBDD34}" type="pres">
      <dgm:prSet presAssocID="{C0F4926D-2B4A-4A84-8CE5-AC611840BE33}" presName="nodeText" presStyleLbl="bgAccFollowNode1" presStyleIdx="1" presStyleCnt="3">
        <dgm:presLayoutVars>
          <dgm:bulletEnabled val="1"/>
        </dgm:presLayoutVars>
      </dgm:prSet>
      <dgm:spPr/>
    </dgm:pt>
    <dgm:pt modelId="{E6B66045-4686-4EF1-8CCA-814926870666}" type="pres">
      <dgm:prSet presAssocID="{F0289AA7-BBE2-416C-87D5-E7C5186739E4}" presName="sibTrans" presStyleCnt="0"/>
      <dgm:spPr/>
    </dgm:pt>
    <dgm:pt modelId="{A2D797EA-DD78-4A58-B716-A7ADD4ADAB53}" type="pres">
      <dgm:prSet presAssocID="{E1647A64-E87C-4ACA-9029-C2EC6AE93A47}" presName="compositeNode" presStyleCnt="0">
        <dgm:presLayoutVars>
          <dgm:bulletEnabled val="1"/>
        </dgm:presLayoutVars>
      </dgm:prSet>
      <dgm:spPr/>
    </dgm:pt>
    <dgm:pt modelId="{C041B599-8CDA-4558-97C5-0BE9B63F01D5}" type="pres">
      <dgm:prSet presAssocID="{E1647A64-E87C-4ACA-9029-C2EC6AE93A47}" presName="bgRect" presStyleLbl="bgAccFollowNode1" presStyleIdx="2" presStyleCnt="3"/>
      <dgm:spPr/>
    </dgm:pt>
    <dgm:pt modelId="{FD5D30A2-28BB-4F92-98BC-21DE52B07AD7}" type="pres">
      <dgm:prSet presAssocID="{854171E0-567B-45E5-ABD4-848A164E655A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54FAD181-BCE2-4167-B306-858CC68C6652}" type="pres">
      <dgm:prSet presAssocID="{E1647A64-E87C-4ACA-9029-C2EC6AE93A47}" presName="bottomLine" presStyleLbl="alignNode1" presStyleIdx="5" presStyleCnt="6">
        <dgm:presLayoutVars/>
      </dgm:prSet>
      <dgm:spPr/>
    </dgm:pt>
    <dgm:pt modelId="{9ACB2711-65C6-47C2-B57F-C7A5CFA00485}" type="pres">
      <dgm:prSet presAssocID="{E1647A64-E87C-4ACA-9029-C2EC6AE93A47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E3828101-8FBE-4902-A8DD-A1045B3255D1}" type="presOf" srcId="{45666D26-517F-4874-9496-17CF0A86B075}" destId="{6F6DED50-EAF8-442D-B4F3-7677F722651B}" srcOrd="0" destOrd="0" presId="urn:microsoft.com/office/officeart/2016/7/layout/BasicLinearProcessNumbered"/>
    <dgm:cxn modelId="{68F06406-9C0F-406E-A441-3E0548A444A2}" type="presOf" srcId="{45666D26-517F-4874-9496-17CF0A86B075}" destId="{45E33B6E-D098-4F4C-A74F-654E9C36DA1F}" srcOrd="1" destOrd="0" presId="urn:microsoft.com/office/officeart/2016/7/layout/BasicLinearProcessNumbered"/>
    <dgm:cxn modelId="{0C8E0524-90A5-4804-BFAB-07038A12E286}" type="presOf" srcId="{C0F4926D-2B4A-4A84-8CE5-AC611840BE33}" destId="{8749A6FC-4B9D-469E-963D-601D27BBDD34}" srcOrd="1" destOrd="0" presId="urn:microsoft.com/office/officeart/2016/7/layout/BasicLinearProcessNumbered"/>
    <dgm:cxn modelId="{D860C533-8D03-4478-B8DD-A3D144C6A37E}" type="presOf" srcId="{854171E0-567B-45E5-ABD4-848A164E655A}" destId="{FD5D30A2-28BB-4F92-98BC-21DE52B07AD7}" srcOrd="0" destOrd="0" presId="urn:microsoft.com/office/officeart/2016/7/layout/BasicLinearProcessNumbered"/>
    <dgm:cxn modelId="{A2B3AD68-ACCF-446A-B5F4-04D0516245ED}" type="presOf" srcId="{C0EE93A4-D545-43CF-BD4F-FA517348AA51}" destId="{22F4926C-24D1-48EC-8137-06A42B0B2A58}" srcOrd="0" destOrd="0" presId="urn:microsoft.com/office/officeart/2016/7/layout/BasicLinearProcessNumbered"/>
    <dgm:cxn modelId="{640FC375-C5DC-41D9-9E97-0FBC4B0F37D4}" type="presOf" srcId="{F0289AA7-BBE2-416C-87D5-E7C5186739E4}" destId="{149DDF1F-0705-4B0E-857D-C0CA8D437879}" srcOrd="0" destOrd="0" presId="urn:microsoft.com/office/officeart/2016/7/layout/BasicLinearProcessNumbered"/>
    <dgm:cxn modelId="{3523B389-ADE4-41BA-ABF3-6FFDB0C1DB55}" type="presOf" srcId="{2EF16552-3F06-4504-A476-D0FA7CCC0B4C}" destId="{70F8AC21-DC6C-4A0F-86B2-79443D0262C1}" srcOrd="0" destOrd="0" presId="urn:microsoft.com/office/officeart/2016/7/layout/BasicLinearProcessNumbered"/>
    <dgm:cxn modelId="{061B07AE-D1EF-4AA4-B8D5-46504FF8DAD6}" type="presOf" srcId="{E1647A64-E87C-4ACA-9029-C2EC6AE93A47}" destId="{9ACB2711-65C6-47C2-B57F-C7A5CFA00485}" srcOrd="1" destOrd="0" presId="urn:microsoft.com/office/officeart/2016/7/layout/BasicLinearProcessNumbered"/>
    <dgm:cxn modelId="{A38A05E3-EBEE-4A94-8FB7-ED803A2D8A70}" type="presOf" srcId="{C0F4926D-2B4A-4A84-8CE5-AC611840BE33}" destId="{FD4CDA60-0E66-4353-8993-74E015C185F6}" srcOrd="0" destOrd="0" presId="urn:microsoft.com/office/officeart/2016/7/layout/BasicLinearProcessNumbered"/>
    <dgm:cxn modelId="{79A64CE6-7351-4D88-9DDE-FB2F4B0687D5}" srcId="{C0EE93A4-D545-43CF-BD4F-FA517348AA51}" destId="{C0F4926D-2B4A-4A84-8CE5-AC611840BE33}" srcOrd="1" destOrd="0" parTransId="{65E1006D-0050-46CB-ADD2-D18BCFDB6FE7}" sibTransId="{F0289AA7-BBE2-416C-87D5-E7C5186739E4}"/>
    <dgm:cxn modelId="{6C5CD9EE-51BD-4582-8107-858A816ADFCA}" srcId="{C0EE93A4-D545-43CF-BD4F-FA517348AA51}" destId="{E1647A64-E87C-4ACA-9029-C2EC6AE93A47}" srcOrd="2" destOrd="0" parTransId="{9B4A5A94-F20E-4840-8F5B-A783A4C1682C}" sibTransId="{854171E0-567B-45E5-ABD4-848A164E655A}"/>
    <dgm:cxn modelId="{BC9BA8F2-05D3-411E-BCBE-EA028E531B46}" type="presOf" srcId="{E1647A64-E87C-4ACA-9029-C2EC6AE93A47}" destId="{C041B599-8CDA-4558-97C5-0BE9B63F01D5}" srcOrd="0" destOrd="0" presId="urn:microsoft.com/office/officeart/2016/7/layout/BasicLinearProcessNumbered"/>
    <dgm:cxn modelId="{ECDE71F3-CE76-40D5-8BE0-1D8318B8B8FA}" srcId="{C0EE93A4-D545-43CF-BD4F-FA517348AA51}" destId="{45666D26-517F-4874-9496-17CF0A86B075}" srcOrd="0" destOrd="0" parTransId="{14A88E4A-433A-48C9-80AF-8D6E6771C99A}" sibTransId="{2EF16552-3F06-4504-A476-D0FA7CCC0B4C}"/>
    <dgm:cxn modelId="{46F905E3-AC6B-4DF3-93B9-159AA0EB508D}" type="presParOf" srcId="{22F4926C-24D1-48EC-8137-06A42B0B2A58}" destId="{1CB0E198-E4D2-46E1-96F8-D9D9E2512A32}" srcOrd="0" destOrd="0" presId="urn:microsoft.com/office/officeart/2016/7/layout/BasicLinearProcessNumbered"/>
    <dgm:cxn modelId="{58DE4D37-F1CC-4A5B-B454-F1373937AF04}" type="presParOf" srcId="{1CB0E198-E4D2-46E1-96F8-D9D9E2512A32}" destId="{6F6DED50-EAF8-442D-B4F3-7677F722651B}" srcOrd="0" destOrd="0" presId="urn:microsoft.com/office/officeart/2016/7/layout/BasicLinearProcessNumbered"/>
    <dgm:cxn modelId="{9E68FD44-D958-4B9E-9388-BB0500500CB1}" type="presParOf" srcId="{1CB0E198-E4D2-46E1-96F8-D9D9E2512A32}" destId="{70F8AC21-DC6C-4A0F-86B2-79443D0262C1}" srcOrd="1" destOrd="0" presId="urn:microsoft.com/office/officeart/2016/7/layout/BasicLinearProcessNumbered"/>
    <dgm:cxn modelId="{068E8F74-F4F8-4C7D-9AD4-BBBD82C673D3}" type="presParOf" srcId="{1CB0E198-E4D2-46E1-96F8-D9D9E2512A32}" destId="{BA47373B-D26E-4828-80E3-C41601008102}" srcOrd="2" destOrd="0" presId="urn:microsoft.com/office/officeart/2016/7/layout/BasicLinearProcessNumbered"/>
    <dgm:cxn modelId="{0211AEB0-29C2-47D7-9966-C3CA006BEAFF}" type="presParOf" srcId="{1CB0E198-E4D2-46E1-96F8-D9D9E2512A32}" destId="{45E33B6E-D098-4F4C-A74F-654E9C36DA1F}" srcOrd="3" destOrd="0" presId="urn:microsoft.com/office/officeart/2016/7/layout/BasicLinearProcessNumbered"/>
    <dgm:cxn modelId="{07B1E35C-2DFD-4B54-A521-063B212D70AB}" type="presParOf" srcId="{22F4926C-24D1-48EC-8137-06A42B0B2A58}" destId="{79E8AB9C-3BC0-4F63-B0BC-BD00E0D5D255}" srcOrd="1" destOrd="0" presId="urn:microsoft.com/office/officeart/2016/7/layout/BasicLinearProcessNumbered"/>
    <dgm:cxn modelId="{886208BA-C563-41A3-9C95-9E265FC7426E}" type="presParOf" srcId="{22F4926C-24D1-48EC-8137-06A42B0B2A58}" destId="{1B10B2AF-2885-454E-9F27-97E28DD18134}" srcOrd="2" destOrd="0" presId="urn:microsoft.com/office/officeart/2016/7/layout/BasicLinearProcessNumbered"/>
    <dgm:cxn modelId="{BF87B95B-E19A-45E1-BD3F-E2DA4F851249}" type="presParOf" srcId="{1B10B2AF-2885-454E-9F27-97E28DD18134}" destId="{FD4CDA60-0E66-4353-8993-74E015C185F6}" srcOrd="0" destOrd="0" presId="urn:microsoft.com/office/officeart/2016/7/layout/BasicLinearProcessNumbered"/>
    <dgm:cxn modelId="{DC0A6B3E-1B1B-44AC-ADC7-F8ABC9BD536F}" type="presParOf" srcId="{1B10B2AF-2885-454E-9F27-97E28DD18134}" destId="{149DDF1F-0705-4B0E-857D-C0CA8D437879}" srcOrd="1" destOrd="0" presId="urn:microsoft.com/office/officeart/2016/7/layout/BasicLinearProcessNumbered"/>
    <dgm:cxn modelId="{916C1F2D-BC5C-4BD7-93B3-EDA1A0E67423}" type="presParOf" srcId="{1B10B2AF-2885-454E-9F27-97E28DD18134}" destId="{F2CD6D15-BCAA-48CF-8DF3-72EA7F5ABC7E}" srcOrd="2" destOrd="0" presId="urn:microsoft.com/office/officeart/2016/7/layout/BasicLinearProcessNumbered"/>
    <dgm:cxn modelId="{23FF1EB8-5E4D-4BDD-BD70-05DDB2E13FC9}" type="presParOf" srcId="{1B10B2AF-2885-454E-9F27-97E28DD18134}" destId="{8749A6FC-4B9D-469E-963D-601D27BBDD34}" srcOrd="3" destOrd="0" presId="urn:microsoft.com/office/officeart/2016/7/layout/BasicLinearProcessNumbered"/>
    <dgm:cxn modelId="{2A0BF452-56C1-41D3-A578-86E6AB25035B}" type="presParOf" srcId="{22F4926C-24D1-48EC-8137-06A42B0B2A58}" destId="{E6B66045-4686-4EF1-8CCA-814926870666}" srcOrd="3" destOrd="0" presId="urn:microsoft.com/office/officeart/2016/7/layout/BasicLinearProcessNumbered"/>
    <dgm:cxn modelId="{D5F0AAA7-96A1-49E9-9DCA-E72F2A8C8DA4}" type="presParOf" srcId="{22F4926C-24D1-48EC-8137-06A42B0B2A58}" destId="{A2D797EA-DD78-4A58-B716-A7ADD4ADAB53}" srcOrd="4" destOrd="0" presId="urn:microsoft.com/office/officeart/2016/7/layout/BasicLinearProcessNumbered"/>
    <dgm:cxn modelId="{7A1B1882-C16D-4B57-A16F-446C2352A557}" type="presParOf" srcId="{A2D797EA-DD78-4A58-B716-A7ADD4ADAB53}" destId="{C041B599-8CDA-4558-97C5-0BE9B63F01D5}" srcOrd="0" destOrd="0" presId="urn:microsoft.com/office/officeart/2016/7/layout/BasicLinearProcessNumbered"/>
    <dgm:cxn modelId="{C56F8597-6D20-4304-BBA1-CEFF5F0694D7}" type="presParOf" srcId="{A2D797EA-DD78-4A58-B716-A7ADD4ADAB53}" destId="{FD5D30A2-28BB-4F92-98BC-21DE52B07AD7}" srcOrd="1" destOrd="0" presId="urn:microsoft.com/office/officeart/2016/7/layout/BasicLinearProcessNumbered"/>
    <dgm:cxn modelId="{09E064F2-1FF6-4C70-9433-11DA54D4BF85}" type="presParOf" srcId="{A2D797EA-DD78-4A58-B716-A7ADD4ADAB53}" destId="{54FAD181-BCE2-4167-B306-858CC68C6652}" srcOrd="2" destOrd="0" presId="urn:microsoft.com/office/officeart/2016/7/layout/BasicLinearProcessNumbered"/>
    <dgm:cxn modelId="{0E06AE89-F345-49B2-9D98-447E10750167}" type="presParOf" srcId="{A2D797EA-DD78-4A58-B716-A7ADD4ADAB53}" destId="{9ACB2711-65C6-47C2-B57F-C7A5CFA00485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33BE96-97D6-43F4-85DD-DFD07FB814A4}">
      <dsp:nvSpPr>
        <dsp:cNvPr id="0" name=""/>
        <dsp:cNvSpPr/>
      </dsp:nvSpPr>
      <dsp:spPr>
        <a:xfrm>
          <a:off x="623669" y="1209"/>
          <a:ext cx="1675528" cy="100531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400" kern="1200"/>
            <a:t>Themawahl</a:t>
          </a:r>
          <a:endParaRPr lang="en-US" sz="1400" kern="1200"/>
        </a:p>
      </dsp:txBody>
      <dsp:txXfrm>
        <a:off x="623669" y="1209"/>
        <a:ext cx="1675528" cy="1005317"/>
      </dsp:txXfrm>
    </dsp:sp>
    <dsp:sp modelId="{6D572393-517E-4177-A9C5-FFBD037EA216}">
      <dsp:nvSpPr>
        <dsp:cNvPr id="0" name=""/>
        <dsp:cNvSpPr/>
      </dsp:nvSpPr>
      <dsp:spPr>
        <a:xfrm>
          <a:off x="2466750" y="1209"/>
          <a:ext cx="1675528" cy="100531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400" kern="1200"/>
            <a:t>Projektziele</a:t>
          </a:r>
          <a:endParaRPr lang="en-US" sz="1400" kern="1200"/>
        </a:p>
      </dsp:txBody>
      <dsp:txXfrm>
        <a:off x="2466750" y="1209"/>
        <a:ext cx="1675528" cy="1005317"/>
      </dsp:txXfrm>
    </dsp:sp>
    <dsp:sp modelId="{FBD6B95D-DBA3-471A-B11B-F98CB473DCD1}">
      <dsp:nvSpPr>
        <dsp:cNvPr id="0" name=""/>
        <dsp:cNvSpPr/>
      </dsp:nvSpPr>
      <dsp:spPr>
        <a:xfrm>
          <a:off x="623669" y="1174079"/>
          <a:ext cx="1675528" cy="100531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400" kern="1200"/>
            <a:t>User Stories</a:t>
          </a:r>
          <a:endParaRPr lang="en-US" sz="1400" kern="1200"/>
        </a:p>
      </dsp:txBody>
      <dsp:txXfrm>
        <a:off x="623669" y="1174079"/>
        <a:ext cx="1675528" cy="1005317"/>
      </dsp:txXfrm>
    </dsp:sp>
    <dsp:sp modelId="{95853E69-3BCD-47FA-AFB2-55386A0A9990}">
      <dsp:nvSpPr>
        <dsp:cNvPr id="0" name=""/>
        <dsp:cNvSpPr/>
      </dsp:nvSpPr>
      <dsp:spPr>
        <a:xfrm>
          <a:off x="2466750" y="1174079"/>
          <a:ext cx="1675528" cy="100531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400" kern="1200"/>
            <a:t>Projektmanagement</a:t>
          </a:r>
          <a:endParaRPr lang="en-US" sz="1400" kern="1200"/>
        </a:p>
      </dsp:txBody>
      <dsp:txXfrm>
        <a:off x="2466750" y="1174079"/>
        <a:ext cx="1675528" cy="1005317"/>
      </dsp:txXfrm>
    </dsp:sp>
    <dsp:sp modelId="{27D863A9-3EB0-45D9-ACCD-DB51327C150F}">
      <dsp:nvSpPr>
        <dsp:cNvPr id="0" name=""/>
        <dsp:cNvSpPr/>
      </dsp:nvSpPr>
      <dsp:spPr>
        <a:xfrm>
          <a:off x="623669" y="2346949"/>
          <a:ext cx="1675528" cy="100531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400" kern="1200"/>
            <a:t>Live Demo</a:t>
          </a:r>
          <a:endParaRPr lang="en-US" sz="1400" kern="1200"/>
        </a:p>
      </dsp:txBody>
      <dsp:txXfrm>
        <a:off x="623669" y="2346949"/>
        <a:ext cx="1675528" cy="1005317"/>
      </dsp:txXfrm>
    </dsp:sp>
    <dsp:sp modelId="{5B02B8CC-9B65-471C-86F7-B2D185C39088}">
      <dsp:nvSpPr>
        <dsp:cNvPr id="0" name=""/>
        <dsp:cNvSpPr/>
      </dsp:nvSpPr>
      <dsp:spPr>
        <a:xfrm>
          <a:off x="2466750" y="2346949"/>
          <a:ext cx="1675528" cy="1005317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1400" kern="1200"/>
            <a:t>Q &amp; A</a:t>
          </a:r>
          <a:endParaRPr lang="en-US" sz="1400" kern="1200"/>
        </a:p>
      </dsp:txBody>
      <dsp:txXfrm>
        <a:off x="2466750" y="2346949"/>
        <a:ext cx="1675528" cy="10053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3BAA08-1B69-4C62-BAE7-2EA57CFB6F65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3DDF46C-1011-4045-8B2C-F267BA4BEC17}">
      <dsp:nvSpPr>
        <dsp:cNvPr id="0" name=""/>
        <dsp:cNvSpPr/>
      </dsp:nvSpPr>
      <dsp:spPr>
        <a:xfrm>
          <a:off x="0" y="212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900" kern="1200"/>
            <a:t>Das Original Problem war, dass der Vorgesetzte ein File erhält, in dem alle Mitarbeiter ihre gestempelten Zeiten eintragen und er muss immer alles manuell berechnen.</a:t>
          </a:r>
          <a:endParaRPr lang="en-US" sz="2900" kern="1200"/>
        </a:p>
      </dsp:txBody>
      <dsp:txXfrm>
        <a:off x="0" y="2124"/>
        <a:ext cx="10515600" cy="1449029"/>
      </dsp:txXfrm>
    </dsp:sp>
    <dsp:sp modelId="{299DDDD3-A0FD-403F-80E8-425C37CCBABE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54065E0B-1247-4660-B901-9FF7F3F061E3}">
      <dsp:nvSpPr>
        <dsp:cNvPr id="0" name=""/>
        <dsp:cNvSpPr/>
      </dsp:nvSpPr>
      <dsp:spPr>
        <a:xfrm>
          <a:off x="0" y="1451154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900" kern="1200" dirty="0"/>
            <a:t>Aus der Vorlösung wurde einiges vereinfacht und der Vorgesetzte musste nun nur noch einfach das File einlesen und er hatte seine Arbeit erledigt.</a:t>
          </a:r>
          <a:endParaRPr lang="en-US" sz="2900" kern="1200" dirty="0"/>
        </a:p>
      </dsp:txBody>
      <dsp:txXfrm>
        <a:off x="0" y="1451154"/>
        <a:ext cx="10515600" cy="1449029"/>
      </dsp:txXfrm>
    </dsp:sp>
    <dsp:sp modelId="{2033D11D-1B23-43E0-96C2-28423BD79D58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EE461555-9D00-4398-9588-97116ED470EC}">
      <dsp:nvSpPr>
        <dsp:cNvPr id="0" name=""/>
        <dsp:cNvSpPr/>
      </dsp:nvSpPr>
      <dsp:spPr>
        <a:xfrm>
          <a:off x="0" y="2900183"/>
          <a:ext cx="10515600" cy="1449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900" kern="1200"/>
            <a:t>Da das Unternehmen derzeitig in einem technischen Wandel ist, werden nun bestehende System überarbeitet.</a:t>
          </a:r>
          <a:endParaRPr lang="en-US" sz="2900" kern="1200"/>
        </a:p>
      </dsp:txBody>
      <dsp:txXfrm>
        <a:off x="0" y="2900183"/>
        <a:ext cx="10515600" cy="144902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6DED50-EAF8-442D-B4F3-7677F722651B}">
      <dsp:nvSpPr>
        <dsp:cNvPr id="0" name=""/>
        <dsp:cNvSpPr/>
      </dsp:nvSpPr>
      <dsp:spPr>
        <a:xfrm>
          <a:off x="0" y="0"/>
          <a:ext cx="3286125" cy="4351338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600" kern="1200" dirty="0"/>
            <a:t>Arbeitsteilung nach MVC-Pattern</a:t>
          </a:r>
          <a:endParaRPr lang="en-US" sz="2600" kern="1200" dirty="0"/>
        </a:p>
      </dsp:txBody>
      <dsp:txXfrm>
        <a:off x="0" y="1653508"/>
        <a:ext cx="3286125" cy="2610802"/>
      </dsp:txXfrm>
    </dsp:sp>
    <dsp:sp modelId="{70F8AC21-DC6C-4A0F-86B2-79443D0262C1}">
      <dsp:nvSpPr>
        <dsp:cNvPr id="0" name=""/>
        <dsp:cNvSpPr/>
      </dsp:nvSpPr>
      <dsp:spPr>
        <a:xfrm>
          <a:off x="990361" y="435133"/>
          <a:ext cx="1305401" cy="1305401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181533" y="626305"/>
        <a:ext cx="923057" cy="923057"/>
      </dsp:txXfrm>
    </dsp:sp>
    <dsp:sp modelId="{BA47373B-D26E-4828-80E3-C41601008102}">
      <dsp:nvSpPr>
        <dsp:cNvPr id="0" name=""/>
        <dsp:cNvSpPr/>
      </dsp:nvSpPr>
      <dsp:spPr>
        <a:xfrm>
          <a:off x="0" y="4351266"/>
          <a:ext cx="3286125" cy="72"/>
        </a:xfrm>
        <a:prstGeom prst="rect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19050" cap="flat" cmpd="sng" algn="ctr">
          <a:solidFill>
            <a:schemeClr val="accent5">
              <a:hueOff val="-2430430"/>
              <a:satOff val="-165"/>
              <a:lumOff val="39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4CDA60-0E66-4353-8993-74E015C185F6}">
      <dsp:nvSpPr>
        <dsp:cNvPr id="0" name=""/>
        <dsp:cNvSpPr/>
      </dsp:nvSpPr>
      <dsp:spPr>
        <a:xfrm>
          <a:off x="3614737" y="0"/>
          <a:ext cx="3286125" cy="4351338"/>
        </a:xfrm>
        <a:prstGeom prst="rect">
          <a:avLst/>
        </a:prstGeom>
        <a:solidFill>
          <a:schemeClr val="accent5">
            <a:tint val="40000"/>
            <a:alpha val="90000"/>
            <a:hueOff val="-5972333"/>
            <a:satOff val="1333"/>
            <a:lumOff val="20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5972333"/>
              <a:satOff val="1333"/>
              <a:lumOff val="20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CH" sz="2600" kern="1200" dirty="0"/>
            <a:t>Highlights - Bugs / </a:t>
          </a:r>
          <a:r>
            <a:rPr lang="de-CH" sz="2600" kern="1200" dirty="0" err="1"/>
            <a:t>Issues</a:t>
          </a:r>
          <a:r>
            <a:rPr lang="de-CH" sz="2600" kern="1200" dirty="0"/>
            <a:t> bei Projektführung</a:t>
          </a:r>
          <a:endParaRPr lang="en-US" sz="2600" kern="1200" dirty="0"/>
        </a:p>
      </dsp:txBody>
      <dsp:txXfrm>
        <a:off x="3614737" y="1653508"/>
        <a:ext cx="3286125" cy="2610802"/>
      </dsp:txXfrm>
    </dsp:sp>
    <dsp:sp modelId="{149DDF1F-0705-4B0E-857D-C0CA8D437879}">
      <dsp:nvSpPr>
        <dsp:cNvPr id="0" name=""/>
        <dsp:cNvSpPr/>
      </dsp:nvSpPr>
      <dsp:spPr>
        <a:xfrm>
          <a:off x="4605099" y="435133"/>
          <a:ext cx="1305401" cy="1305401"/>
        </a:xfrm>
        <a:prstGeom prst="ellipse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19050" cap="flat" cmpd="sng" algn="ctr">
          <a:solidFill>
            <a:schemeClr val="accent5">
              <a:hueOff val="-4860860"/>
              <a:satOff val="-330"/>
              <a:lumOff val="78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4796271" y="626305"/>
        <a:ext cx="923057" cy="923057"/>
      </dsp:txXfrm>
    </dsp:sp>
    <dsp:sp modelId="{F2CD6D15-BCAA-48CF-8DF3-72EA7F5ABC7E}">
      <dsp:nvSpPr>
        <dsp:cNvPr id="0" name=""/>
        <dsp:cNvSpPr/>
      </dsp:nvSpPr>
      <dsp:spPr>
        <a:xfrm>
          <a:off x="3614737" y="4351266"/>
          <a:ext cx="3286125" cy="72"/>
        </a:xfrm>
        <a:prstGeom prst="rect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19050" cap="flat" cmpd="sng" algn="ctr">
          <a:solidFill>
            <a:schemeClr val="accent5">
              <a:hueOff val="-7291290"/>
              <a:satOff val="-496"/>
              <a:lumOff val="117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41B599-8CDA-4558-97C5-0BE9B63F01D5}">
      <dsp:nvSpPr>
        <dsp:cNvPr id="0" name=""/>
        <dsp:cNvSpPr/>
      </dsp:nvSpPr>
      <dsp:spPr>
        <a:xfrm>
          <a:off x="7229475" y="0"/>
          <a:ext cx="3286125" cy="4351338"/>
        </a:xfrm>
        <a:prstGeom prst="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6199" tIns="330200" rIns="256199" bIns="33020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Verwendung</a:t>
          </a:r>
          <a:r>
            <a:rPr lang="en-US" sz="2600" kern="1200" dirty="0"/>
            <a:t> von Agents</a:t>
          </a:r>
        </a:p>
      </dsp:txBody>
      <dsp:txXfrm>
        <a:off x="7229475" y="1653508"/>
        <a:ext cx="3286125" cy="2610802"/>
      </dsp:txXfrm>
    </dsp:sp>
    <dsp:sp modelId="{FD5D30A2-28BB-4F92-98BC-21DE52B07AD7}">
      <dsp:nvSpPr>
        <dsp:cNvPr id="0" name=""/>
        <dsp:cNvSpPr/>
      </dsp:nvSpPr>
      <dsp:spPr>
        <a:xfrm>
          <a:off x="8219836" y="435133"/>
          <a:ext cx="1305401" cy="1305401"/>
        </a:xfrm>
        <a:prstGeom prst="ellipse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19050" cap="flat" cmpd="sng" algn="ctr">
          <a:solidFill>
            <a:schemeClr val="accent5">
              <a:hueOff val="-9721720"/>
              <a:satOff val="-661"/>
              <a:lumOff val="15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774" tIns="12700" rIns="101774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411008" y="626305"/>
        <a:ext cx="923057" cy="923057"/>
      </dsp:txXfrm>
    </dsp:sp>
    <dsp:sp modelId="{54FAD181-BCE2-4167-B306-858CC68C6652}">
      <dsp:nvSpPr>
        <dsp:cNvPr id="0" name=""/>
        <dsp:cNvSpPr/>
      </dsp:nvSpPr>
      <dsp:spPr>
        <a:xfrm>
          <a:off x="7229475" y="4351266"/>
          <a:ext cx="3286125" cy="72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18.05.2026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148837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18.05.2026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8524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18.05.2026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885419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18.05.2026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607221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18.05.2026</a:t>
            </a:fld>
            <a:endParaRPr lang="en-C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995883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18.05.2026</a:t>
            </a:fld>
            <a:endParaRPr lang="en-C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211493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18.05.2026</a:t>
            </a:fld>
            <a:endParaRPr lang="en-C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86133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18.05.2026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123735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18.05.2026</a:t>
            </a:fld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39699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18.05.2026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48156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8CBAE-7A44-45F7-94F3-E2A86F2CD231}" type="datetimeFigureOut">
              <a:rPr lang="en-CH" smtClean="0"/>
              <a:t>18.05.2026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A1C0C2-C920-4DF3-86EC-9C28B9D08EE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569529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78CBAE-7A44-45F7-94F3-E2A86F2CD231}" type="datetimeFigureOut">
              <a:rPr lang="en-CH" smtClean="0"/>
              <a:t>18.05.2026</a:t>
            </a:fld>
            <a:endParaRPr lang="en-C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A1C0C2-C920-4DF3-86EC-9C28B9D08EEA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59147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29" name="Freeform: Shape 12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4" name="Freeform: Shape 13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5" name="Freeform: Shape 14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6" name="Freeform: Shape 15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7" name="Freeform: Shape 16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8" name="Freeform: Shape 17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39" name="Freeform: Shape 18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B14668C-1554-9F89-BD70-983A2DFDCA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45368" y="2043663"/>
            <a:ext cx="6105194" cy="2031055"/>
          </a:xfrm>
        </p:spPr>
        <p:txBody>
          <a:bodyPr>
            <a:normAutofit/>
          </a:bodyPr>
          <a:lstStyle/>
          <a:p>
            <a:r>
              <a:rPr lang="de-CH" sz="4400">
                <a:solidFill>
                  <a:schemeClr val="tx2"/>
                </a:solidFill>
              </a:rPr>
              <a:t>Arbeitszeit-Auswertungsprogramm 2.0</a:t>
            </a:r>
            <a:endParaRPr lang="en-CH" sz="440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7AA85C-CE97-89D0-4347-111DB5558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5368" y="4160126"/>
            <a:ext cx="6105194" cy="682079"/>
          </a:xfrm>
        </p:spPr>
        <p:txBody>
          <a:bodyPr>
            <a:normAutofit/>
          </a:bodyPr>
          <a:lstStyle/>
          <a:p>
            <a:r>
              <a:rPr lang="de-CH" sz="2000">
                <a:solidFill>
                  <a:schemeClr val="tx2"/>
                </a:solidFill>
              </a:rPr>
              <a:t>Gruppe 2 : Mehmedali Abdiu, Denis Silva Meira, Arti Rechi</a:t>
            </a:r>
            <a:endParaRPr lang="en-CH" sz="20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03596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B6FACB3C-9069-4791-BC5C-0DB7CD19B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1F2038E-D777-4B76-81DD-DD13EE91B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66E1C-7D50-6713-CDD9-695D4F2A1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802955"/>
            <a:ext cx="4766330" cy="1454051"/>
          </a:xfrm>
        </p:spPr>
        <p:txBody>
          <a:bodyPr>
            <a:normAutofit/>
          </a:bodyPr>
          <a:lstStyle/>
          <a:p>
            <a:r>
              <a:rPr lang="de-CH" sz="3600">
                <a:solidFill>
                  <a:schemeClr val="tx2"/>
                </a:solidFill>
              </a:rPr>
              <a:t>Agenda</a:t>
            </a:r>
            <a:endParaRPr lang="en-CH" sz="3600">
              <a:solidFill>
                <a:schemeClr val="tx2"/>
              </a:solidFill>
            </a:endParaRP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354807-230F-4402-B1B9-F733A8F1F1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818240" y="-16714"/>
            <a:ext cx="6373761" cy="6874714"/>
            <a:chOff x="5818240" y="-1"/>
            <a:chExt cx="6373761" cy="6874714"/>
          </a:xfrm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F5A6F4A-CE87-4D5C-9382-8167967CE8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18240" y="-1"/>
              <a:ext cx="6373761" cy="6874714"/>
            </a:xfrm>
            <a:custGeom>
              <a:avLst/>
              <a:gdLst>
                <a:gd name="connsiteX0" fmla="*/ 6373761 w 6373761"/>
                <a:gd name="connsiteY0" fmla="*/ 5771297 h 6874714"/>
                <a:gd name="connsiteX1" fmla="*/ 6373761 w 6373761"/>
                <a:gd name="connsiteY1" fmla="*/ 6247960 h 6874714"/>
                <a:gd name="connsiteX2" fmla="*/ 6235932 w 6373761"/>
                <a:gd name="connsiteY2" fmla="*/ 6361930 h 6874714"/>
                <a:gd name="connsiteX3" fmla="*/ 5960375 w 6373761"/>
                <a:gd name="connsiteY3" fmla="*/ 6587489 h 6874714"/>
                <a:gd name="connsiteX4" fmla="*/ 5822907 w 6373761"/>
                <a:gd name="connsiteY4" fmla="*/ 6701871 h 6874714"/>
                <a:gd name="connsiteX5" fmla="*/ 5681115 w 6373761"/>
                <a:gd name="connsiteY5" fmla="*/ 6816896 h 6874714"/>
                <a:gd name="connsiteX6" fmla="*/ 5604096 w 6373761"/>
                <a:gd name="connsiteY6" fmla="*/ 6874714 h 6874714"/>
                <a:gd name="connsiteX7" fmla="*/ 4878485 w 6373761"/>
                <a:gd name="connsiteY7" fmla="*/ 6874714 h 6874714"/>
                <a:gd name="connsiteX8" fmla="*/ 5006014 w 6373761"/>
                <a:gd name="connsiteY8" fmla="*/ 6800200 h 6874714"/>
                <a:gd name="connsiteX9" fmla="*/ 5149855 w 6373761"/>
                <a:gd name="connsiteY9" fmla="*/ 6707667 h 6874714"/>
                <a:gd name="connsiteX10" fmla="*/ 5431866 w 6373761"/>
                <a:gd name="connsiteY10" fmla="*/ 6506210 h 6874714"/>
                <a:gd name="connsiteX11" fmla="*/ 5571036 w 6373761"/>
                <a:gd name="connsiteY11" fmla="*/ 6399557 h 6874714"/>
                <a:gd name="connsiteX12" fmla="*/ 5711649 w 6373761"/>
                <a:gd name="connsiteY12" fmla="*/ 6288912 h 6874714"/>
                <a:gd name="connsiteX13" fmla="*/ 6276589 w 6373761"/>
                <a:gd name="connsiteY13" fmla="*/ 5852379 h 6874714"/>
                <a:gd name="connsiteX14" fmla="*/ 3975975 w 6373761"/>
                <a:gd name="connsiteY14" fmla="*/ 263 h 6874714"/>
                <a:gd name="connsiteX15" fmla="*/ 4350473 w 6373761"/>
                <a:gd name="connsiteY15" fmla="*/ 24963 h 6874714"/>
                <a:gd name="connsiteX16" fmla="*/ 5077909 w 6373761"/>
                <a:gd name="connsiteY16" fmla="*/ 189450 h 6874714"/>
                <a:gd name="connsiteX17" fmla="*/ 5746507 w 6373761"/>
                <a:gd name="connsiteY17" fmla="*/ 505804 h 6874714"/>
                <a:gd name="connsiteX18" fmla="*/ 6322456 w 6373761"/>
                <a:gd name="connsiteY18" fmla="*/ 956633 h 6874714"/>
                <a:gd name="connsiteX19" fmla="*/ 6373761 w 6373761"/>
                <a:gd name="connsiteY19" fmla="*/ 1011863 h 6874714"/>
                <a:gd name="connsiteX20" fmla="*/ 6373761 w 6373761"/>
                <a:gd name="connsiteY20" fmla="*/ 1185075 h 6874714"/>
                <a:gd name="connsiteX21" fmla="*/ 6359489 w 6373761"/>
                <a:gd name="connsiteY21" fmla="*/ 1169497 h 6874714"/>
                <a:gd name="connsiteX22" fmla="*/ 6233869 w 6373761"/>
                <a:gd name="connsiteY22" fmla="*/ 1047442 h 6874714"/>
                <a:gd name="connsiteX23" fmla="*/ 5961423 w 6373761"/>
                <a:gd name="connsiteY23" fmla="*/ 827953 h 6874714"/>
                <a:gd name="connsiteX24" fmla="*/ 5663555 w 6373761"/>
                <a:gd name="connsiteY24" fmla="*/ 645304 h 6874714"/>
                <a:gd name="connsiteX25" fmla="*/ 5013827 w 6373761"/>
                <a:gd name="connsiteY25" fmla="*/ 397863 h 6874714"/>
                <a:gd name="connsiteX26" fmla="*/ 4327409 w 6373761"/>
                <a:gd name="connsiteY26" fmla="*/ 302545 h 6874714"/>
                <a:gd name="connsiteX27" fmla="*/ 3639939 w 6373761"/>
                <a:gd name="connsiteY27" fmla="*/ 338868 h 6874714"/>
                <a:gd name="connsiteX28" fmla="*/ 3302495 w 6373761"/>
                <a:gd name="connsiteY28" fmla="*/ 403659 h 6874714"/>
                <a:gd name="connsiteX29" fmla="*/ 2971604 w 6373761"/>
                <a:gd name="connsiteY29" fmla="*/ 496273 h 6874714"/>
                <a:gd name="connsiteX30" fmla="*/ 2648706 w 6373761"/>
                <a:gd name="connsiteY30" fmla="*/ 614389 h 6874714"/>
                <a:gd name="connsiteX31" fmla="*/ 2335374 w 6373761"/>
                <a:gd name="connsiteY31" fmla="*/ 757109 h 6874714"/>
                <a:gd name="connsiteX32" fmla="*/ 1741342 w 6373761"/>
                <a:gd name="connsiteY32" fmla="*/ 1107725 h 6874714"/>
                <a:gd name="connsiteX33" fmla="*/ 1600861 w 6373761"/>
                <a:gd name="connsiteY33" fmla="*/ 1208710 h 6874714"/>
                <a:gd name="connsiteX34" fmla="*/ 1531799 w 6373761"/>
                <a:gd name="connsiteY34" fmla="*/ 1260879 h 6874714"/>
                <a:gd name="connsiteX35" fmla="*/ 1463655 w 6373761"/>
                <a:gd name="connsiteY35" fmla="*/ 1314333 h 6874714"/>
                <a:gd name="connsiteX36" fmla="*/ 1200777 w 6373761"/>
                <a:gd name="connsiteY36" fmla="*/ 1541166 h 6874714"/>
                <a:gd name="connsiteX37" fmla="*/ 731501 w 6373761"/>
                <a:gd name="connsiteY37" fmla="*/ 2055754 h 6874714"/>
                <a:gd name="connsiteX38" fmla="*/ 531393 w 6373761"/>
                <a:gd name="connsiteY38" fmla="*/ 2342739 h 6874714"/>
                <a:gd name="connsiteX39" fmla="*/ 361033 w 6373761"/>
                <a:gd name="connsiteY39" fmla="*/ 2649046 h 6874714"/>
                <a:gd name="connsiteX40" fmla="*/ 323292 w 6373761"/>
                <a:gd name="connsiteY40" fmla="*/ 2728263 h 6874714"/>
                <a:gd name="connsiteX41" fmla="*/ 304945 w 6373761"/>
                <a:gd name="connsiteY41" fmla="*/ 2768193 h 6874714"/>
                <a:gd name="connsiteX42" fmla="*/ 287516 w 6373761"/>
                <a:gd name="connsiteY42" fmla="*/ 2808510 h 6874714"/>
                <a:gd name="connsiteX43" fmla="*/ 254230 w 6373761"/>
                <a:gd name="connsiteY43" fmla="*/ 2889788 h 6874714"/>
                <a:gd name="connsiteX44" fmla="*/ 223042 w 6373761"/>
                <a:gd name="connsiteY44" fmla="*/ 2971968 h 6874714"/>
                <a:gd name="connsiteX45" fmla="*/ 121611 w 6373761"/>
                <a:gd name="connsiteY45" fmla="*/ 3308544 h 6874714"/>
                <a:gd name="connsiteX46" fmla="*/ 39314 w 6373761"/>
                <a:gd name="connsiteY46" fmla="*/ 4005912 h 6874714"/>
                <a:gd name="connsiteX47" fmla="*/ 73910 w 6373761"/>
                <a:gd name="connsiteY47" fmla="*/ 4354081 h 6874714"/>
                <a:gd name="connsiteX48" fmla="*/ 179534 w 6373761"/>
                <a:gd name="connsiteY48" fmla="*/ 4687050 h 6874714"/>
                <a:gd name="connsiteX49" fmla="*/ 215964 w 6373761"/>
                <a:gd name="connsiteY49" fmla="*/ 4766654 h 6874714"/>
                <a:gd name="connsiteX50" fmla="*/ 256457 w 6373761"/>
                <a:gd name="connsiteY50" fmla="*/ 4844455 h 6874714"/>
                <a:gd name="connsiteX51" fmla="*/ 346225 w 6373761"/>
                <a:gd name="connsiteY51" fmla="*/ 4995290 h 6874714"/>
                <a:gd name="connsiteX52" fmla="*/ 445296 w 6373761"/>
                <a:gd name="connsiteY52" fmla="*/ 5140971 h 6874714"/>
                <a:gd name="connsiteX53" fmla="*/ 551443 w 6373761"/>
                <a:gd name="connsiteY53" fmla="*/ 5282531 h 6874714"/>
                <a:gd name="connsiteX54" fmla="*/ 772387 w 6373761"/>
                <a:gd name="connsiteY54" fmla="*/ 5562561 h 6874714"/>
                <a:gd name="connsiteX55" fmla="*/ 882858 w 6373761"/>
                <a:gd name="connsiteY55" fmla="*/ 5704507 h 6874714"/>
                <a:gd name="connsiteX56" fmla="*/ 990316 w 6373761"/>
                <a:gd name="connsiteY56" fmla="*/ 5848258 h 6874714"/>
                <a:gd name="connsiteX57" fmla="*/ 1097774 w 6373761"/>
                <a:gd name="connsiteY57" fmla="*/ 5987114 h 6874714"/>
                <a:gd name="connsiteX58" fmla="*/ 1210080 w 6373761"/>
                <a:gd name="connsiteY58" fmla="*/ 6121203 h 6874714"/>
                <a:gd name="connsiteX59" fmla="*/ 1448192 w 6373761"/>
                <a:gd name="connsiteY59" fmla="*/ 6374054 h 6874714"/>
                <a:gd name="connsiteX60" fmla="*/ 1982991 w 6373761"/>
                <a:gd name="connsiteY60" fmla="*/ 6796158 h 6874714"/>
                <a:gd name="connsiteX61" fmla="*/ 2118475 w 6373761"/>
                <a:gd name="connsiteY61" fmla="*/ 6874714 h 6874714"/>
                <a:gd name="connsiteX62" fmla="*/ 1569874 w 6373761"/>
                <a:gd name="connsiteY62" fmla="*/ 6874714 h 6874714"/>
                <a:gd name="connsiteX63" fmla="*/ 1507802 w 6373761"/>
                <a:gd name="connsiteY63" fmla="*/ 6817815 h 6874714"/>
                <a:gd name="connsiteX64" fmla="*/ 1256865 w 6373761"/>
                <a:gd name="connsiteY64" fmla="*/ 6543437 h 6874714"/>
                <a:gd name="connsiteX65" fmla="*/ 1038410 w 6373761"/>
                <a:gd name="connsiteY65" fmla="*/ 6248722 h 6874714"/>
                <a:gd name="connsiteX66" fmla="*/ 845380 w 6373761"/>
                <a:gd name="connsiteY66" fmla="*/ 5941386 h 6874714"/>
                <a:gd name="connsiteX67" fmla="*/ 755351 w 6373761"/>
                <a:gd name="connsiteY67" fmla="*/ 5788877 h 6874714"/>
                <a:gd name="connsiteX68" fmla="*/ 661784 w 6373761"/>
                <a:gd name="connsiteY68" fmla="*/ 5638944 h 6874714"/>
                <a:gd name="connsiteX69" fmla="*/ 466525 w 6373761"/>
                <a:gd name="connsiteY69" fmla="*/ 5340366 h 6874714"/>
                <a:gd name="connsiteX70" fmla="*/ 370992 w 6373761"/>
                <a:gd name="connsiteY70" fmla="*/ 5188502 h 6874714"/>
                <a:gd name="connsiteX71" fmla="*/ 280046 w 6373761"/>
                <a:gd name="connsiteY71" fmla="*/ 5033287 h 6874714"/>
                <a:gd name="connsiteX72" fmla="*/ 126853 w 6373761"/>
                <a:gd name="connsiteY72" fmla="*/ 4707660 h 6874714"/>
                <a:gd name="connsiteX73" fmla="*/ 30272 w 6373761"/>
                <a:gd name="connsiteY73" fmla="*/ 4362068 h 6874714"/>
                <a:gd name="connsiteX74" fmla="*/ 0 w 6373761"/>
                <a:gd name="connsiteY74" fmla="*/ 4005912 h 6874714"/>
                <a:gd name="connsiteX75" fmla="*/ 270480 w 6373761"/>
                <a:gd name="connsiteY75" fmla="*/ 2610532 h 6874714"/>
                <a:gd name="connsiteX76" fmla="*/ 415942 w 6373761"/>
                <a:gd name="connsiteY76" fmla="*/ 2280526 h 6874714"/>
                <a:gd name="connsiteX77" fmla="*/ 590102 w 6373761"/>
                <a:gd name="connsiteY77" fmla="*/ 1962626 h 6874714"/>
                <a:gd name="connsiteX78" fmla="*/ 1020719 w 6373761"/>
                <a:gd name="connsiteY78" fmla="*/ 1373070 h 6874714"/>
                <a:gd name="connsiteX79" fmla="*/ 1275080 w 6373761"/>
                <a:gd name="connsiteY79" fmla="*/ 1107081 h 6874714"/>
                <a:gd name="connsiteX80" fmla="*/ 1342437 w 6373761"/>
                <a:gd name="connsiteY80" fmla="*/ 1043965 h 6874714"/>
                <a:gd name="connsiteX81" fmla="*/ 1411106 w 6373761"/>
                <a:gd name="connsiteY81" fmla="*/ 982138 h 6874714"/>
                <a:gd name="connsiteX82" fmla="*/ 1553029 w 6373761"/>
                <a:gd name="connsiteY82" fmla="*/ 863376 h 6874714"/>
                <a:gd name="connsiteX83" fmla="*/ 2173401 w 6373761"/>
                <a:gd name="connsiteY83" fmla="*/ 454409 h 6874714"/>
                <a:gd name="connsiteX84" fmla="*/ 3599708 w 6373761"/>
                <a:gd name="connsiteY84" fmla="*/ 16332 h 6874714"/>
                <a:gd name="connsiteX85" fmla="*/ 3975975 w 6373761"/>
                <a:gd name="connsiteY85" fmla="*/ 263 h 68747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</a:cxnLst>
              <a:rect l="l" t="t" r="r" b="b"/>
              <a:pathLst>
                <a:path w="6373761" h="6874714">
                  <a:moveTo>
                    <a:pt x="6373761" y="5771297"/>
                  </a:moveTo>
                  <a:lnTo>
                    <a:pt x="6373761" y="6247960"/>
                  </a:lnTo>
                  <a:lnTo>
                    <a:pt x="6235932" y="6361930"/>
                  </a:lnTo>
                  <a:cubicBezTo>
                    <a:pt x="6143250" y="6437460"/>
                    <a:pt x="6051059" y="6512200"/>
                    <a:pt x="5960375" y="6587489"/>
                  </a:cubicBezTo>
                  <a:lnTo>
                    <a:pt x="5822907" y="6701871"/>
                  </a:lnTo>
                  <a:cubicBezTo>
                    <a:pt x="5776123" y="6740385"/>
                    <a:pt x="5729079" y="6778899"/>
                    <a:pt x="5681115" y="6816896"/>
                  </a:cubicBezTo>
                  <a:lnTo>
                    <a:pt x="5604096" y="6874714"/>
                  </a:lnTo>
                  <a:lnTo>
                    <a:pt x="4878485" y="6874714"/>
                  </a:lnTo>
                  <a:lnTo>
                    <a:pt x="5006014" y="6800200"/>
                  </a:lnTo>
                  <a:cubicBezTo>
                    <a:pt x="5054354" y="6770429"/>
                    <a:pt x="5102285" y="6739483"/>
                    <a:pt x="5149855" y="6707667"/>
                  </a:cubicBezTo>
                  <a:cubicBezTo>
                    <a:pt x="5244993" y="6643906"/>
                    <a:pt x="5338561" y="6576025"/>
                    <a:pt x="5431866" y="6506210"/>
                  </a:cubicBezTo>
                  <a:cubicBezTo>
                    <a:pt x="5478386" y="6471304"/>
                    <a:pt x="5524777" y="6435495"/>
                    <a:pt x="5571036" y="6399557"/>
                  </a:cubicBezTo>
                  <a:lnTo>
                    <a:pt x="5711649" y="6288912"/>
                  </a:lnTo>
                  <a:cubicBezTo>
                    <a:pt x="5902059" y="6140395"/>
                    <a:pt x="6093257" y="5998320"/>
                    <a:pt x="6276589" y="5852379"/>
                  </a:cubicBezTo>
                  <a:close/>
                  <a:moveTo>
                    <a:pt x="3975975" y="263"/>
                  </a:moveTo>
                  <a:cubicBezTo>
                    <a:pt x="4101550" y="1809"/>
                    <a:pt x="4226830" y="10149"/>
                    <a:pt x="4350473" y="24963"/>
                  </a:cubicBezTo>
                  <a:cubicBezTo>
                    <a:pt x="4598149" y="54846"/>
                    <a:pt x="4842943" y="108687"/>
                    <a:pt x="5077909" y="189450"/>
                  </a:cubicBezTo>
                  <a:cubicBezTo>
                    <a:pt x="5312876" y="269955"/>
                    <a:pt x="5537357" y="376867"/>
                    <a:pt x="5746507" y="505804"/>
                  </a:cubicBezTo>
                  <a:cubicBezTo>
                    <a:pt x="5955527" y="634999"/>
                    <a:pt x="6148688" y="786864"/>
                    <a:pt x="6322456" y="956633"/>
                  </a:cubicBezTo>
                  <a:lnTo>
                    <a:pt x="6373761" y="1011863"/>
                  </a:lnTo>
                  <a:lnTo>
                    <a:pt x="6373761" y="1185075"/>
                  </a:lnTo>
                  <a:lnTo>
                    <a:pt x="6359489" y="1169497"/>
                  </a:lnTo>
                  <a:cubicBezTo>
                    <a:pt x="6318811" y="1127602"/>
                    <a:pt x="6276917" y="1086890"/>
                    <a:pt x="6233869" y="1047442"/>
                  </a:cubicBezTo>
                  <a:cubicBezTo>
                    <a:pt x="6147509" y="968870"/>
                    <a:pt x="6056431" y="895448"/>
                    <a:pt x="5961423" y="827953"/>
                  </a:cubicBezTo>
                  <a:cubicBezTo>
                    <a:pt x="5865891" y="761102"/>
                    <a:pt x="5766688" y="699403"/>
                    <a:pt x="5663555" y="645304"/>
                  </a:cubicBezTo>
                  <a:cubicBezTo>
                    <a:pt x="5457943" y="535816"/>
                    <a:pt x="5238703" y="453894"/>
                    <a:pt x="5013827" y="397863"/>
                  </a:cubicBezTo>
                  <a:cubicBezTo>
                    <a:pt x="4788953" y="341703"/>
                    <a:pt x="4558442" y="310917"/>
                    <a:pt x="4327409" y="302545"/>
                  </a:cubicBezTo>
                  <a:cubicBezTo>
                    <a:pt x="4096111" y="293012"/>
                    <a:pt x="3867174" y="305893"/>
                    <a:pt x="3639939" y="338868"/>
                  </a:cubicBezTo>
                  <a:cubicBezTo>
                    <a:pt x="3526585" y="355999"/>
                    <a:pt x="3413885" y="377254"/>
                    <a:pt x="3302495" y="403659"/>
                  </a:cubicBezTo>
                  <a:cubicBezTo>
                    <a:pt x="3191107" y="430451"/>
                    <a:pt x="3080634" y="460978"/>
                    <a:pt x="2971604" y="496273"/>
                  </a:cubicBezTo>
                  <a:cubicBezTo>
                    <a:pt x="2862573" y="531437"/>
                    <a:pt x="2754854" y="570852"/>
                    <a:pt x="2648706" y="614389"/>
                  </a:cubicBezTo>
                  <a:cubicBezTo>
                    <a:pt x="2542690" y="658056"/>
                    <a:pt x="2438114" y="705714"/>
                    <a:pt x="2335374" y="757109"/>
                  </a:cubicBezTo>
                  <a:cubicBezTo>
                    <a:pt x="2129894" y="859769"/>
                    <a:pt x="1931228" y="976855"/>
                    <a:pt x="1741342" y="1107725"/>
                  </a:cubicBezTo>
                  <a:cubicBezTo>
                    <a:pt x="1694035" y="1140571"/>
                    <a:pt x="1646858" y="1173933"/>
                    <a:pt x="1600861" y="1208710"/>
                  </a:cubicBezTo>
                  <a:cubicBezTo>
                    <a:pt x="1577535" y="1225713"/>
                    <a:pt x="1554732" y="1243361"/>
                    <a:pt x="1531799" y="1260879"/>
                  </a:cubicBezTo>
                  <a:cubicBezTo>
                    <a:pt x="1508735" y="1278267"/>
                    <a:pt x="1486064" y="1296171"/>
                    <a:pt x="1463655" y="1314333"/>
                  </a:cubicBezTo>
                  <a:cubicBezTo>
                    <a:pt x="1373627" y="1386853"/>
                    <a:pt x="1285564" y="1462077"/>
                    <a:pt x="1200777" y="1541166"/>
                  </a:cubicBezTo>
                  <a:cubicBezTo>
                    <a:pt x="1030810" y="1698827"/>
                    <a:pt x="873161" y="1870785"/>
                    <a:pt x="731501" y="2055754"/>
                  </a:cubicBezTo>
                  <a:cubicBezTo>
                    <a:pt x="660734" y="2148239"/>
                    <a:pt x="593771" y="2243944"/>
                    <a:pt x="531393" y="2342739"/>
                  </a:cubicBezTo>
                  <a:cubicBezTo>
                    <a:pt x="470063" y="2442050"/>
                    <a:pt x="412140" y="2543810"/>
                    <a:pt x="361033" y="2649046"/>
                  </a:cubicBezTo>
                  <a:cubicBezTo>
                    <a:pt x="347798" y="2675194"/>
                    <a:pt x="335479" y="2701728"/>
                    <a:pt x="323292" y="2728263"/>
                  </a:cubicBezTo>
                  <a:lnTo>
                    <a:pt x="304945" y="2768193"/>
                  </a:lnTo>
                  <a:lnTo>
                    <a:pt x="287516" y="2808510"/>
                  </a:lnTo>
                  <a:cubicBezTo>
                    <a:pt x="276115" y="2835432"/>
                    <a:pt x="264583" y="2862352"/>
                    <a:pt x="254230" y="2889788"/>
                  </a:cubicBezTo>
                  <a:cubicBezTo>
                    <a:pt x="243877" y="2917224"/>
                    <a:pt x="232477" y="2944274"/>
                    <a:pt x="223042" y="2971968"/>
                  </a:cubicBezTo>
                  <a:cubicBezTo>
                    <a:pt x="182679" y="3081970"/>
                    <a:pt x="148475" y="3194291"/>
                    <a:pt x="121611" y="3308544"/>
                  </a:cubicBezTo>
                  <a:cubicBezTo>
                    <a:pt x="67096" y="3536534"/>
                    <a:pt x="39183" y="3771224"/>
                    <a:pt x="39314" y="4005912"/>
                  </a:cubicBezTo>
                  <a:cubicBezTo>
                    <a:pt x="39969" y="4122871"/>
                    <a:pt x="51109" y="4239571"/>
                    <a:pt x="73910" y="4354081"/>
                  </a:cubicBezTo>
                  <a:cubicBezTo>
                    <a:pt x="97892" y="4468334"/>
                    <a:pt x="132619" y="4580140"/>
                    <a:pt x="179534" y="4687050"/>
                  </a:cubicBezTo>
                  <a:cubicBezTo>
                    <a:pt x="190673" y="4713972"/>
                    <a:pt x="203647" y="4740249"/>
                    <a:pt x="215964" y="4766654"/>
                  </a:cubicBezTo>
                  <a:cubicBezTo>
                    <a:pt x="229332" y="4792674"/>
                    <a:pt x="242043" y="4818950"/>
                    <a:pt x="256457" y="4844455"/>
                  </a:cubicBezTo>
                  <a:cubicBezTo>
                    <a:pt x="283978" y="4895978"/>
                    <a:pt x="314642" y="4945956"/>
                    <a:pt x="346225" y="4995290"/>
                  </a:cubicBezTo>
                  <a:cubicBezTo>
                    <a:pt x="377676" y="5044752"/>
                    <a:pt x="411355" y="5092926"/>
                    <a:pt x="445296" y="5140971"/>
                  </a:cubicBezTo>
                  <a:cubicBezTo>
                    <a:pt x="479760" y="5188630"/>
                    <a:pt x="515537" y="5235645"/>
                    <a:pt x="551443" y="5282531"/>
                  </a:cubicBezTo>
                  <a:cubicBezTo>
                    <a:pt x="623387" y="5376434"/>
                    <a:pt x="698608" y="5468402"/>
                    <a:pt x="772387" y="5562561"/>
                  </a:cubicBezTo>
                  <a:cubicBezTo>
                    <a:pt x="809472" y="5609448"/>
                    <a:pt x="846428" y="5656719"/>
                    <a:pt x="882858" y="5704507"/>
                  </a:cubicBezTo>
                  <a:cubicBezTo>
                    <a:pt x="919159" y="5751909"/>
                    <a:pt x="955196" y="5802273"/>
                    <a:pt x="990316" y="5848258"/>
                  </a:cubicBezTo>
                  <a:cubicBezTo>
                    <a:pt x="1025175" y="5895402"/>
                    <a:pt x="1061736" y="5941129"/>
                    <a:pt x="1097774" y="5987114"/>
                  </a:cubicBezTo>
                  <a:cubicBezTo>
                    <a:pt x="1134860" y="6032326"/>
                    <a:pt x="1171684" y="6077536"/>
                    <a:pt x="1210080" y="6121203"/>
                  </a:cubicBezTo>
                  <a:cubicBezTo>
                    <a:pt x="1286350" y="6209051"/>
                    <a:pt x="1365632" y="6293677"/>
                    <a:pt x="1448192" y="6374054"/>
                  </a:cubicBezTo>
                  <a:cubicBezTo>
                    <a:pt x="1613572" y="6534420"/>
                    <a:pt x="1792057" y="6677526"/>
                    <a:pt x="1982991" y="6796158"/>
                  </a:cubicBezTo>
                  <a:lnTo>
                    <a:pt x="2118475" y="6874714"/>
                  </a:lnTo>
                  <a:lnTo>
                    <a:pt x="1569874" y="6874714"/>
                  </a:lnTo>
                  <a:lnTo>
                    <a:pt x="1507802" y="6817815"/>
                  </a:lnTo>
                  <a:cubicBezTo>
                    <a:pt x="1418412" y="6730595"/>
                    <a:pt x="1334903" y="6638562"/>
                    <a:pt x="1256865" y="6543437"/>
                  </a:cubicBezTo>
                  <a:cubicBezTo>
                    <a:pt x="1179155" y="6447861"/>
                    <a:pt x="1106817" y="6349194"/>
                    <a:pt x="1038410" y="6248722"/>
                  </a:cubicBezTo>
                  <a:cubicBezTo>
                    <a:pt x="969873" y="6148253"/>
                    <a:pt x="905922" y="6045592"/>
                    <a:pt x="845380" y="5941386"/>
                  </a:cubicBezTo>
                  <a:cubicBezTo>
                    <a:pt x="814453" y="5888704"/>
                    <a:pt x="786147" y="5839370"/>
                    <a:pt x="755351" y="5788877"/>
                  </a:cubicBezTo>
                  <a:cubicBezTo>
                    <a:pt x="724817" y="5738771"/>
                    <a:pt x="693760" y="5688665"/>
                    <a:pt x="661784" y="5638944"/>
                  </a:cubicBezTo>
                  <a:lnTo>
                    <a:pt x="466525" y="5340366"/>
                  </a:lnTo>
                  <a:cubicBezTo>
                    <a:pt x="434156" y="5290131"/>
                    <a:pt x="402181" y="5239639"/>
                    <a:pt x="370992" y="5188502"/>
                  </a:cubicBezTo>
                  <a:cubicBezTo>
                    <a:pt x="339803" y="5137364"/>
                    <a:pt x="308876" y="5086099"/>
                    <a:pt x="280046" y="5033287"/>
                  </a:cubicBezTo>
                  <a:cubicBezTo>
                    <a:pt x="222255" y="4928179"/>
                    <a:pt x="169181" y="4819982"/>
                    <a:pt x="126853" y="4707660"/>
                  </a:cubicBezTo>
                  <a:cubicBezTo>
                    <a:pt x="83739" y="4595725"/>
                    <a:pt x="51764" y="4479670"/>
                    <a:pt x="30272" y="4362068"/>
                  </a:cubicBezTo>
                  <a:cubicBezTo>
                    <a:pt x="9698" y="4244466"/>
                    <a:pt x="0" y="4125060"/>
                    <a:pt x="0" y="4005912"/>
                  </a:cubicBezTo>
                  <a:cubicBezTo>
                    <a:pt x="1704" y="3530867"/>
                    <a:pt x="95140" y="3057110"/>
                    <a:pt x="270480" y="2610532"/>
                  </a:cubicBezTo>
                  <a:cubicBezTo>
                    <a:pt x="314511" y="2498984"/>
                    <a:pt x="362212" y="2388466"/>
                    <a:pt x="415942" y="2280526"/>
                  </a:cubicBezTo>
                  <a:cubicBezTo>
                    <a:pt x="468884" y="2172197"/>
                    <a:pt x="527199" y="2066188"/>
                    <a:pt x="590102" y="1962626"/>
                  </a:cubicBezTo>
                  <a:cubicBezTo>
                    <a:pt x="716037" y="1755631"/>
                    <a:pt x="859794" y="1557653"/>
                    <a:pt x="1020719" y="1373070"/>
                  </a:cubicBezTo>
                  <a:cubicBezTo>
                    <a:pt x="1101575" y="1281101"/>
                    <a:pt x="1185969" y="1191838"/>
                    <a:pt x="1275080" y="1107081"/>
                  </a:cubicBezTo>
                  <a:cubicBezTo>
                    <a:pt x="1297227" y="1085699"/>
                    <a:pt x="1319504" y="1064575"/>
                    <a:pt x="1342437" y="1043965"/>
                  </a:cubicBezTo>
                  <a:cubicBezTo>
                    <a:pt x="1365240" y="1023226"/>
                    <a:pt x="1387648" y="1002102"/>
                    <a:pt x="1411106" y="982138"/>
                  </a:cubicBezTo>
                  <a:cubicBezTo>
                    <a:pt x="1457497" y="941563"/>
                    <a:pt x="1505065" y="902276"/>
                    <a:pt x="1553029" y="863376"/>
                  </a:cubicBezTo>
                  <a:cubicBezTo>
                    <a:pt x="1745798" y="708806"/>
                    <a:pt x="1954030" y="571882"/>
                    <a:pt x="2173401" y="454409"/>
                  </a:cubicBezTo>
                  <a:cubicBezTo>
                    <a:pt x="2612013" y="219334"/>
                    <a:pt x="3099505" y="65666"/>
                    <a:pt x="3599708" y="16332"/>
                  </a:cubicBezTo>
                  <a:cubicBezTo>
                    <a:pt x="3724530" y="3966"/>
                    <a:pt x="3850400" y="-1283"/>
                    <a:pt x="3975975" y="26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1023DD2-2E6F-4419-B404-80F08460BE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5276" y="313387"/>
              <a:ext cx="6326724" cy="6561326"/>
            </a:xfrm>
            <a:custGeom>
              <a:avLst/>
              <a:gdLst>
                <a:gd name="connsiteX0" fmla="*/ 6326724 w 6326724"/>
                <a:gd name="connsiteY0" fmla="*/ 5020808 h 6561326"/>
                <a:gd name="connsiteX1" fmla="*/ 6326724 w 6326724"/>
                <a:gd name="connsiteY1" fmla="*/ 5698632 h 6561326"/>
                <a:gd name="connsiteX2" fmla="*/ 6067438 w 6326724"/>
                <a:gd name="connsiteY2" fmla="*/ 5902509 h 6561326"/>
                <a:gd name="connsiteX3" fmla="*/ 5799974 w 6326724"/>
                <a:gd name="connsiteY3" fmla="*/ 6102017 h 6561326"/>
                <a:gd name="connsiteX4" fmla="*/ 5665258 w 6326724"/>
                <a:gd name="connsiteY4" fmla="*/ 6202100 h 6561326"/>
                <a:gd name="connsiteX5" fmla="*/ 5526873 w 6326724"/>
                <a:gd name="connsiteY5" fmla="*/ 6302828 h 6561326"/>
                <a:gd name="connsiteX6" fmla="*/ 5385080 w 6326724"/>
                <a:gd name="connsiteY6" fmla="*/ 6402268 h 6561326"/>
                <a:gd name="connsiteX7" fmla="*/ 5238833 w 6326724"/>
                <a:gd name="connsiteY7" fmla="*/ 6498875 h 6561326"/>
                <a:gd name="connsiteX8" fmla="*/ 5138040 w 6326724"/>
                <a:gd name="connsiteY8" fmla="*/ 6561326 h 6561326"/>
                <a:gd name="connsiteX9" fmla="*/ 3946072 w 6326724"/>
                <a:gd name="connsiteY9" fmla="*/ 6561326 h 6561326"/>
                <a:gd name="connsiteX10" fmla="*/ 3976009 w 6326724"/>
                <a:gd name="connsiteY10" fmla="*/ 6555242 h 6561326"/>
                <a:gd name="connsiteX11" fmla="*/ 4404855 w 6326724"/>
                <a:gd name="connsiteY11" fmla="*/ 6399048 h 6561326"/>
                <a:gd name="connsiteX12" fmla="*/ 4938868 w 6326724"/>
                <a:gd name="connsiteY12" fmla="*/ 6072132 h 6561326"/>
                <a:gd name="connsiteX13" fmla="*/ 5068342 w 6326724"/>
                <a:gd name="connsiteY13" fmla="*/ 5976042 h 6561326"/>
                <a:gd name="connsiteX14" fmla="*/ 5197816 w 6326724"/>
                <a:gd name="connsiteY14" fmla="*/ 5876730 h 6561326"/>
                <a:gd name="connsiteX15" fmla="*/ 5460039 w 6326724"/>
                <a:gd name="connsiteY15" fmla="*/ 5670637 h 6561326"/>
                <a:gd name="connsiteX16" fmla="*/ 5999033 w 6326724"/>
                <a:gd name="connsiteY16" fmla="*/ 5271718 h 6561326"/>
                <a:gd name="connsiteX17" fmla="*/ 6258766 w 6326724"/>
                <a:gd name="connsiteY17" fmla="*/ 5077603 h 6561326"/>
                <a:gd name="connsiteX18" fmla="*/ 4139342 w 6326724"/>
                <a:gd name="connsiteY18" fmla="*/ 440 h 6561326"/>
                <a:gd name="connsiteX19" fmla="*/ 4315744 w 6326724"/>
                <a:gd name="connsiteY19" fmla="*/ 6808 h 6561326"/>
                <a:gd name="connsiteX20" fmla="*/ 5015400 w 6326724"/>
                <a:gd name="connsiteY20" fmla="*/ 113591 h 6561326"/>
                <a:gd name="connsiteX21" fmla="*/ 5681114 w 6326724"/>
                <a:gd name="connsiteY21" fmla="*/ 361418 h 6561326"/>
                <a:gd name="connsiteX22" fmla="*/ 6270952 w 6326724"/>
                <a:gd name="connsiteY22" fmla="*/ 755441 h 6561326"/>
                <a:gd name="connsiteX23" fmla="*/ 6326724 w 6326724"/>
                <a:gd name="connsiteY23" fmla="*/ 807432 h 6561326"/>
                <a:gd name="connsiteX24" fmla="*/ 6326724 w 6326724"/>
                <a:gd name="connsiteY24" fmla="*/ 1231565 h 6561326"/>
                <a:gd name="connsiteX25" fmla="*/ 6302093 w 6326724"/>
                <a:gd name="connsiteY25" fmla="*/ 1203002 h 6561326"/>
                <a:gd name="connsiteX26" fmla="*/ 6066914 w 6326724"/>
                <a:gd name="connsiteY26" fmla="*/ 989616 h 6561326"/>
                <a:gd name="connsiteX27" fmla="*/ 5533688 w 6326724"/>
                <a:gd name="connsiteY27" fmla="*/ 647242 h 6561326"/>
                <a:gd name="connsiteX28" fmla="*/ 4933626 w 6326724"/>
                <a:gd name="connsiteY28" fmla="*/ 432262 h 6561326"/>
                <a:gd name="connsiteX29" fmla="*/ 4296873 w 6326724"/>
                <a:gd name="connsiteY29" fmla="*/ 343126 h 6561326"/>
                <a:gd name="connsiteX30" fmla="*/ 3651602 w 6326724"/>
                <a:gd name="connsiteY30" fmla="*/ 365797 h 6561326"/>
                <a:gd name="connsiteX31" fmla="*/ 3018256 w 6326724"/>
                <a:gd name="connsiteY31" fmla="*/ 496666 h 6561326"/>
                <a:gd name="connsiteX32" fmla="*/ 2412429 w 6326724"/>
                <a:gd name="connsiteY32" fmla="*/ 724399 h 6561326"/>
                <a:gd name="connsiteX33" fmla="*/ 1329857 w 6326724"/>
                <a:gd name="connsiteY33" fmla="*/ 1424086 h 6561326"/>
                <a:gd name="connsiteX34" fmla="*/ 887314 w 6326724"/>
                <a:gd name="connsiteY34" fmla="*/ 1891015 h 6561326"/>
                <a:gd name="connsiteX35" fmla="*/ 537420 w 6326724"/>
                <a:gd name="connsiteY35" fmla="*/ 2427245 h 6561326"/>
                <a:gd name="connsiteX36" fmla="*/ 299965 w 6326724"/>
                <a:gd name="connsiteY36" fmla="*/ 3020021 h 6561326"/>
                <a:gd name="connsiteX37" fmla="*/ 213606 w 6326724"/>
                <a:gd name="connsiteY37" fmla="*/ 3651953 h 6561326"/>
                <a:gd name="connsiteX38" fmla="*/ 250036 w 6326724"/>
                <a:gd name="connsiteY38" fmla="*/ 3961352 h 6561326"/>
                <a:gd name="connsiteX39" fmla="*/ 357625 w 6326724"/>
                <a:gd name="connsiteY39" fmla="*/ 4250783 h 6561326"/>
                <a:gd name="connsiteX40" fmla="*/ 432715 w 6326724"/>
                <a:gd name="connsiteY40" fmla="*/ 4387063 h 6561326"/>
                <a:gd name="connsiteX41" fmla="*/ 518943 w 6326724"/>
                <a:gd name="connsiteY41" fmla="*/ 4518962 h 6561326"/>
                <a:gd name="connsiteX42" fmla="*/ 718133 w 6326724"/>
                <a:gd name="connsiteY42" fmla="*/ 4773874 h 6561326"/>
                <a:gd name="connsiteX43" fmla="*/ 933704 w 6326724"/>
                <a:gd name="connsiteY43" fmla="*/ 5030717 h 6561326"/>
                <a:gd name="connsiteX44" fmla="*/ 1040900 w 6326724"/>
                <a:gd name="connsiteY44" fmla="*/ 5164806 h 6561326"/>
                <a:gd name="connsiteX45" fmla="*/ 1092401 w 6326724"/>
                <a:gd name="connsiteY45" fmla="*/ 5230628 h 6561326"/>
                <a:gd name="connsiteX46" fmla="*/ 1142854 w 6326724"/>
                <a:gd name="connsiteY46" fmla="*/ 5293615 h 6561326"/>
                <a:gd name="connsiteX47" fmla="*/ 1576354 w 6326724"/>
                <a:gd name="connsiteY47" fmla="*/ 5759128 h 6561326"/>
                <a:gd name="connsiteX48" fmla="*/ 1806865 w 6326724"/>
                <a:gd name="connsiteY48" fmla="*/ 5968571 h 6561326"/>
                <a:gd name="connsiteX49" fmla="*/ 2048253 w 6326724"/>
                <a:gd name="connsiteY49" fmla="*/ 6161654 h 6561326"/>
                <a:gd name="connsiteX50" fmla="*/ 2587506 w 6326724"/>
                <a:gd name="connsiteY50" fmla="*/ 6467059 h 6561326"/>
                <a:gd name="connsiteX51" fmla="*/ 2889176 w 6326724"/>
                <a:gd name="connsiteY51" fmla="*/ 6553360 h 6561326"/>
                <a:gd name="connsiteX52" fmla="*/ 2929698 w 6326724"/>
                <a:gd name="connsiteY52" fmla="*/ 6561326 h 6561326"/>
                <a:gd name="connsiteX53" fmla="*/ 1816374 w 6326724"/>
                <a:gd name="connsiteY53" fmla="*/ 6561326 h 6561326"/>
                <a:gd name="connsiteX54" fmla="*/ 1787601 w 6326724"/>
                <a:gd name="connsiteY54" fmla="*/ 6545761 h 6561326"/>
                <a:gd name="connsiteX55" fmla="*/ 1225544 w 6326724"/>
                <a:gd name="connsiteY55" fmla="*/ 6094158 h 6561326"/>
                <a:gd name="connsiteX56" fmla="*/ 997654 w 6326724"/>
                <a:gd name="connsiteY56" fmla="*/ 5822374 h 6561326"/>
                <a:gd name="connsiteX57" fmla="*/ 798596 w 6326724"/>
                <a:gd name="connsiteY57" fmla="*/ 5534615 h 6561326"/>
                <a:gd name="connsiteX58" fmla="*/ 752075 w 6326724"/>
                <a:gd name="connsiteY58" fmla="*/ 5461324 h 6561326"/>
                <a:gd name="connsiteX59" fmla="*/ 707650 w 6326724"/>
                <a:gd name="connsiteY59" fmla="*/ 5390221 h 6561326"/>
                <a:gd name="connsiteX60" fmla="*/ 619980 w 6326724"/>
                <a:gd name="connsiteY60" fmla="*/ 5252396 h 6561326"/>
                <a:gd name="connsiteX61" fmla="*/ 438349 w 6326724"/>
                <a:gd name="connsiteY61" fmla="*/ 4970822 h 6561326"/>
                <a:gd name="connsiteX62" fmla="*/ 261044 w 6326724"/>
                <a:gd name="connsiteY62" fmla="*/ 4673145 h 6561326"/>
                <a:gd name="connsiteX63" fmla="*/ 181107 w 6326724"/>
                <a:gd name="connsiteY63" fmla="*/ 4515356 h 6561326"/>
                <a:gd name="connsiteX64" fmla="*/ 113224 w 6326724"/>
                <a:gd name="connsiteY64" fmla="*/ 4350223 h 6561326"/>
                <a:gd name="connsiteX65" fmla="*/ 61199 w 6326724"/>
                <a:gd name="connsiteY65" fmla="*/ 4178908 h 6561326"/>
                <a:gd name="connsiteX66" fmla="*/ 41804 w 6326724"/>
                <a:gd name="connsiteY66" fmla="*/ 4091577 h 6561326"/>
                <a:gd name="connsiteX67" fmla="*/ 33287 w 6326724"/>
                <a:gd name="connsiteY67" fmla="*/ 4047781 h 6561326"/>
                <a:gd name="connsiteX68" fmla="*/ 26209 w 6326724"/>
                <a:gd name="connsiteY68" fmla="*/ 4003858 h 6561326"/>
                <a:gd name="connsiteX69" fmla="*/ 0 w 6326724"/>
                <a:gd name="connsiteY69" fmla="*/ 3651953 h 6561326"/>
                <a:gd name="connsiteX70" fmla="*/ 72731 w 6326724"/>
                <a:gd name="connsiteY70" fmla="*/ 2966307 h 6561326"/>
                <a:gd name="connsiteX71" fmla="*/ 291316 w 6326724"/>
                <a:gd name="connsiteY71" fmla="*/ 2309385 h 6561326"/>
                <a:gd name="connsiteX72" fmla="*/ 1110878 w 6326724"/>
                <a:gd name="connsiteY72" fmla="*/ 1193776 h 6561326"/>
                <a:gd name="connsiteX73" fmla="*/ 1654327 w 6326724"/>
                <a:gd name="connsiteY73" fmla="*/ 756730 h 6561326"/>
                <a:gd name="connsiteX74" fmla="*/ 2261727 w 6326724"/>
                <a:gd name="connsiteY74" fmla="*/ 409720 h 6561326"/>
                <a:gd name="connsiteX75" fmla="*/ 3610060 w 6326724"/>
                <a:gd name="connsiteY75" fmla="*/ 27032 h 6561326"/>
                <a:gd name="connsiteX76" fmla="*/ 4139342 w 6326724"/>
                <a:gd name="connsiteY76" fmla="*/ 440 h 65613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326724" h="6561326">
                  <a:moveTo>
                    <a:pt x="6326724" y="5020808"/>
                  </a:moveTo>
                  <a:lnTo>
                    <a:pt x="6326724" y="5698632"/>
                  </a:lnTo>
                  <a:lnTo>
                    <a:pt x="6067438" y="5902509"/>
                  </a:lnTo>
                  <a:cubicBezTo>
                    <a:pt x="5977868" y="5970407"/>
                    <a:pt x="5888364" y="6036453"/>
                    <a:pt x="5799974" y="6102017"/>
                  </a:cubicBezTo>
                  <a:lnTo>
                    <a:pt x="5665258" y="6202100"/>
                  </a:lnTo>
                  <a:cubicBezTo>
                    <a:pt x="5619654" y="6235719"/>
                    <a:pt x="5573656" y="6269596"/>
                    <a:pt x="5526873" y="6302828"/>
                  </a:cubicBezTo>
                  <a:cubicBezTo>
                    <a:pt x="5480220" y="6336189"/>
                    <a:pt x="5433044" y="6369423"/>
                    <a:pt x="5385080" y="6402268"/>
                  </a:cubicBezTo>
                  <a:cubicBezTo>
                    <a:pt x="5336988" y="6434857"/>
                    <a:pt x="5288500" y="6467187"/>
                    <a:pt x="5238833" y="6498875"/>
                  </a:cubicBezTo>
                  <a:lnTo>
                    <a:pt x="5138040" y="6561326"/>
                  </a:lnTo>
                  <a:lnTo>
                    <a:pt x="3946072" y="6561326"/>
                  </a:lnTo>
                  <a:lnTo>
                    <a:pt x="3976009" y="6555242"/>
                  </a:lnTo>
                  <a:cubicBezTo>
                    <a:pt x="4123712" y="6519227"/>
                    <a:pt x="4266863" y="6466383"/>
                    <a:pt x="4404855" y="6399048"/>
                  </a:cubicBezTo>
                  <a:cubicBezTo>
                    <a:pt x="4589500" y="6310299"/>
                    <a:pt x="4765232" y="6196690"/>
                    <a:pt x="4938868" y="6072132"/>
                  </a:cubicBezTo>
                  <a:cubicBezTo>
                    <a:pt x="4982245" y="6041089"/>
                    <a:pt x="5025359" y="6008630"/>
                    <a:pt x="5068342" y="5976042"/>
                  </a:cubicBezTo>
                  <a:cubicBezTo>
                    <a:pt x="5111588" y="5943453"/>
                    <a:pt x="5154702" y="5910349"/>
                    <a:pt x="5197816" y="5876730"/>
                  </a:cubicBezTo>
                  <a:lnTo>
                    <a:pt x="5460039" y="5670637"/>
                  </a:lnTo>
                  <a:cubicBezTo>
                    <a:pt x="5639966" y="5530365"/>
                    <a:pt x="5821596" y="5399753"/>
                    <a:pt x="5999033" y="5271718"/>
                  </a:cubicBezTo>
                  <a:cubicBezTo>
                    <a:pt x="6087686" y="5207700"/>
                    <a:pt x="6174667" y="5143360"/>
                    <a:pt x="6258766" y="5077603"/>
                  </a:cubicBezTo>
                  <a:close/>
                  <a:moveTo>
                    <a:pt x="4139342" y="440"/>
                  </a:moveTo>
                  <a:cubicBezTo>
                    <a:pt x="4198237" y="1301"/>
                    <a:pt x="4257068" y="3427"/>
                    <a:pt x="4315744" y="6808"/>
                  </a:cubicBezTo>
                  <a:cubicBezTo>
                    <a:pt x="4550841" y="20849"/>
                    <a:pt x="4785806" y="55240"/>
                    <a:pt x="5015400" y="113591"/>
                  </a:cubicBezTo>
                  <a:cubicBezTo>
                    <a:pt x="5244992" y="171812"/>
                    <a:pt x="5469212" y="254249"/>
                    <a:pt x="5681114" y="361418"/>
                  </a:cubicBezTo>
                  <a:cubicBezTo>
                    <a:pt x="5892754" y="468586"/>
                    <a:pt x="6093124" y="599584"/>
                    <a:pt x="6270952" y="755441"/>
                  </a:cubicBezTo>
                  <a:lnTo>
                    <a:pt x="6326724" y="807432"/>
                  </a:lnTo>
                  <a:lnTo>
                    <a:pt x="6326724" y="1231565"/>
                  </a:lnTo>
                  <a:lnTo>
                    <a:pt x="6302093" y="1203002"/>
                  </a:lnTo>
                  <a:cubicBezTo>
                    <a:pt x="6227937" y="1127247"/>
                    <a:pt x="6149211" y="1056081"/>
                    <a:pt x="6066914" y="989616"/>
                  </a:cubicBezTo>
                  <a:cubicBezTo>
                    <a:pt x="5902714" y="856299"/>
                    <a:pt x="5724360" y="740371"/>
                    <a:pt x="5533688" y="647242"/>
                  </a:cubicBezTo>
                  <a:cubicBezTo>
                    <a:pt x="5343146" y="553857"/>
                    <a:pt x="5141466" y="482239"/>
                    <a:pt x="4933626" y="432262"/>
                  </a:cubicBezTo>
                  <a:cubicBezTo>
                    <a:pt x="4725788" y="382156"/>
                    <a:pt x="4512182" y="353303"/>
                    <a:pt x="4296873" y="343126"/>
                  </a:cubicBezTo>
                  <a:cubicBezTo>
                    <a:pt x="4081172" y="332435"/>
                    <a:pt x="3865732" y="339520"/>
                    <a:pt x="3651602" y="365797"/>
                  </a:cubicBezTo>
                  <a:cubicBezTo>
                    <a:pt x="3437604" y="392202"/>
                    <a:pt x="3225572" y="436384"/>
                    <a:pt x="3018256" y="496666"/>
                  </a:cubicBezTo>
                  <a:cubicBezTo>
                    <a:pt x="2810809" y="556691"/>
                    <a:pt x="2608474" y="634362"/>
                    <a:pt x="2412429" y="724399"/>
                  </a:cubicBezTo>
                  <a:cubicBezTo>
                    <a:pt x="2019160" y="902541"/>
                    <a:pt x="1651969" y="1138775"/>
                    <a:pt x="1329857" y="1424086"/>
                  </a:cubicBezTo>
                  <a:cubicBezTo>
                    <a:pt x="1169326" y="1567192"/>
                    <a:pt x="1020588" y="1723307"/>
                    <a:pt x="887314" y="1891015"/>
                  </a:cubicBezTo>
                  <a:cubicBezTo>
                    <a:pt x="753778" y="2058466"/>
                    <a:pt x="635967" y="2238026"/>
                    <a:pt x="537420" y="2427245"/>
                  </a:cubicBezTo>
                  <a:cubicBezTo>
                    <a:pt x="438874" y="2616335"/>
                    <a:pt x="356839" y="2814313"/>
                    <a:pt x="299965" y="3020021"/>
                  </a:cubicBezTo>
                  <a:cubicBezTo>
                    <a:pt x="242961" y="3225212"/>
                    <a:pt x="213474" y="3438518"/>
                    <a:pt x="213606" y="3651953"/>
                  </a:cubicBezTo>
                  <a:cubicBezTo>
                    <a:pt x="214785" y="3756804"/>
                    <a:pt x="225269" y="3860881"/>
                    <a:pt x="250036" y="3961352"/>
                  </a:cubicBezTo>
                  <a:cubicBezTo>
                    <a:pt x="274412" y="4061950"/>
                    <a:pt x="312284" y="4158171"/>
                    <a:pt x="357625" y="4250783"/>
                  </a:cubicBezTo>
                  <a:cubicBezTo>
                    <a:pt x="380558" y="4297025"/>
                    <a:pt x="405982" y="4342366"/>
                    <a:pt x="432715" y="4387063"/>
                  </a:cubicBezTo>
                  <a:cubicBezTo>
                    <a:pt x="459841" y="4431630"/>
                    <a:pt x="488803" y="4475554"/>
                    <a:pt x="518943" y="4518962"/>
                  </a:cubicBezTo>
                  <a:cubicBezTo>
                    <a:pt x="580011" y="4605521"/>
                    <a:pt x="647893" y="4689504"/>
                    <a:pt x="718133" y="4773874"/>
                  </a:cubicBezTo>
                  <a:cubicBezTo>
                    <a:pt x="788374" y="4858372"/>
                    <a:pt x="861760" y="4942871"/>
                    <a:pt x="933704" y="5030717"/>
                  </a:cubicBezTo>
                  <a:cubicBezTo>
                    <a:pt x="969742" y="5074512"/>
                    <a:pt x="1005387" y="5119337"/>
                    <a:pt x="1040900" y="5164806"/>
                  </a:cubicBezTo>
                  <a:lnTo>
                    <a:pt x="1092401" y="5230628"/>
                  </a:lnTo>
                  <a:cubicBezTo>
                    <a:pt x="1109306" y="5251624"/>
                    <a:pt x="1125425" y="5273135"/>
                    <a:pt x="1142854" y="5293615"/>
                  </a:cubicBezTo>
                  <a:cubicBezTo>
                    <a:pt x="1278880" y="5460293"/>
                    <a:pt x="1426438" y="5613704"/>
                    <a:pt x="1576354" y="5759128"/>
                  </a:cubicBezTo>
                  <a:cubicBezTo>
                    <a:pt x="1651706" y="5831519"/>
                    <a:pt x="1728368" y="5901461"/>
                    <a:pt x="1806865" y="5968571"/>
                  </a:cubicBezTo>
                  <a:cubicBezTo>
                    <a:pt x="1885362" y="6035680"/>
                    <a:pt x="1965299" y="6100599"/>
                    <a:pt x="2048253" y="6161654"/>
                  </a:cubicBezTo>
                  <a:cubicBezTo>
                    <a:pt x="2213502" y="6284022"/>
                    <a:pt x="2391724" y="6393380"/>
                    <a:pt x="2587506" y="6467059"/>
                  </a:cubicBezTo>
                  <a:cubicBezTo>
                    <a:pt x="2685137" y="6503898"/>
                    <a:pt x="2786304" y="6532106"/>
                    <a:pt x="2889176" y="6553360"/>
                  </a:cubicBezTo>
                  <a:lnTo>
                    <a:pt x="2929698" y="6561326"/>
                  </a:lnTo>
                  <a:lnTo>
                    <a:pt x="1816374" y="6561326"/>
                  </a:lnTo>
                  <a:lnTo>
                    <a:pt x="1787601" y="6545761"/>
                  </a:lnTo>
                  <a:cubicBezTo>
                    <a:pt x="1577272" y="6422749"/>
                    <a:pt x="1389483" y="6266761"/>
                    <a:pt x="1225544" y="6094158"/>
                  </a:cubicBezTo>
                  <a:cubicBezTo>
                    <a:pt x="1143116" y="6007986"/>
                    <a:pt x="1068158" y="5916274"/>
                    <a:pt x="997654" y="5822374"/>
                  </a:cubicBezTo>
                  <a:cubicBezTo>
                    <a:pt x="927546" y="5728086"/>
                    <a:pt x="860842" y="5632381"/>
                    <a:pt x="798596" y="5534615"/>
                  </a:cubicBezTo>
                  <a:cubicBezTo>
                    <a:pt x="782608" y="5510399"/>
                    <a:pt x="767537" y="5485797"/>
                    <a:pt x="752075" y="5461324"/>
                  </a:cubicBezTo>
                  <a:lnTo>
                    <a:pt x="707650" y="5390221"/>
                  </a:lnTo>
                  <a:cubicBezTo>
                    <a:pt x="679213" y="5344237"/>
                    <a:pt x="649728" y="5298638"/>
                    <a:pt x="619980" y="5252396"/>
                  </a:cubicBezTo>
                  <a:lnTo>
                    <a:pt x="438349" y="4970822"/>
                  </a:lnTo>
                  <a:cubicBezTo>
                    <a:pt x="377413" y="4874860"/>
                    <a:pt x="317263" y="4776064"/>
                    <a:pt x="261044" y="4673145"/>
                  </a:cubicBezTo>
                  <a:cubicBezTo>
                    <a:pt x="233000" y="4621622"/>
                    <a:pt x="205874" y="4569197"/>
                    <a:pt x="181107" y="4515356"/>
                  </a:cubicBezTo>
                  <a:cubicBezTo>
                    <a:pt x="156470" y="4461385"/>
                    <a:pt x="133537" y="4406385"/>
                    <a:pt x="113224" y="4350223"/>
                  </a:cubicBezTo>
                  <a:cubicBezTo>
                    <a:pt x="93305" y="4293934"/>
                    <a:pt x="75614" y="4236872"/>
                    <a:pt x="61199" y="4178908"/>
                  </a:cubicBezTo>
                  <a:cubicBezTo>
                    <a:pt x="54385" y="4149927"/>
                    <a:pt x="47440" y="4120815"/>
                    <a:pt x="41804" y="4091577"/>
                  </a:cubicBezTo>
                  <a:lnTo>
                    <a:pt x="33287" y="4047781"/>
                  </a:lnTo>
                  <a:lnTo>
                    <a:pt x="26209" y="4003858"/>
                  </a:lnTo>
                  <a:cubicBezTo>
                    <a:pt x="7732" y="3886643"/>
                    <a:pt x="0" y="3768783"/>
                    <a:pt x="0" y="3651953"/>
                  </a:cubicBezTo>
                  <a:cubicBezTo>
                    <a:pt x="524" y="3422031"/>
                    <a:pt x="25030" y="3192109"/>
                    <a:pt x="72731" y="2966307"/>
                  </a:cubicBezTo>
                  <a:cubicBezTo>
                    <a:pt x="120301" y="2740634"/>
                    <a:pt x="193163" y="2519343"/>
                    <a:pt x="291316" y="2309385"/>
                  </a:cubicBezTo>
                  <a:cubicBezTo>
                    <a:pt x="488540" y="1889469"/>
                    <a:pt x="774352" y="1513736"/>
                    <a:pt x="1110878" y="1193776"/>
                  </a:cubicBezTo>
                  <a:cubicBezTo>
                    <a:pt x="1279535" y="1033797"/>
                    <a:pt x="1461821" y="887856"/>
                    <a:pt x="1654327" y="756730"/>
                  </a:cubicBezTo>
                  <a:cubicBezTo>
                    <a:pt x="1847096" y="625732"/>
                    <a:pt x="2049956" y="509031"/>
                    <a:pt x="2261727" y="409720"/>
                  </a:cubicBezTo>
                  <a:cubicBezTo>
                    <a:pt x="2685792" y="212515"/>
                    <a:pt x="3142357" y="82162"/>
                    <a:pt x="3610060" y="27032"/>
                  </a:cubicBezTo>
                  <a:cubicBezTo>
                    <a:pt x="3785399" y="6647"/>
                    <a:pt x="3962657" y="-2144"/>
                    <a:pt x="4139342" y="4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BC4A6C98-F96E-4587-B01F-A9B01BBF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1866928 h 6521594"/>
                <a:gd name="connsiteX4" fmla="*/ 6212358 w 6321679"/>
                <a:gd name="connsiteY4" fmla="*/ 1689281 h 6521594"/>
                <a:gd name="connsiteX5" fmla="*/ 6049880 w 6321679"/>
                <a:gd name="connsiteY5" fmla="*/ 1477173 h 6521594"/>
                <a:gd name="connsiteX6" fmla="*/ 5248663 w 6321679"/>
                <a:gd name="connsiteY6" fmla="*/ 869327 h 6521594"/>
                <a:gd name="connsiteX7" fmla="*/ 4150102 w 6321679"/>
                <a:gd name="connsiteY7" fmla="*/ 644042 h 6521594"/>
                <a:gd name="connsiteX8" fmla="*/ 2867946 w 6321679"/>
                <a:gd name="connsiteY8" fmla="*/ 886459 h 6521594"/>
                <a:gd name="connsiteX9" fmla="*/ 1728892 w 6321679"/>
                <a:gd name="connsiteY9" fmla="*/ 1552397 h 6521594"/>
                <a:gd name="connsiteX10" fmla="*/ 941043 w 6321679"/>
                <a:gd name="connsiteY10" fmla="*/ 2512664 h 6521594"/>
                <a:gd name="connsiteX11" fmla="*/ 655362 w 6321679"/>
                <a:gd name="connsiteY11" fmla="*/ 3630204 h 6521594"/>
                <a:gd name="connsiteX12" fmla="*/ 1128177 w 6321679"/>
                <a:gd name="connsiteY12" fmla="*/ 4667883 h 6521594"/>
                <a:gd name="connsiteX13" fmla="*/ 1366419 w 6321679"/>
                <a:gd name="connsiteY13" fmla="*/ 4997246 h 6521594"/>
                <a:gd name="connsiteX14" fmla="*/ 3601937 w 6321679"/>
                <a:gd name="connsiteY14" fmla="*/ 6284685 h 6521594"/>
                <a:gd name="connsiteX15" fmla="*/ 5298985 w 6321679"/>
                <a:gd name="connsiteY15" fmla="*/ 5492643 h 6521594"/>
                <a:gd name="connsiteX16" fmla="*/ 5505513 w 6321679"/>
                <a:gd name="connsiteY16" fmla="*/ 5335367 h 6521594"/>
                <a:gd name="connsiteX17" fmla="*/ 6252618 w 6321679"/>
                <a:gd name="connsiteY17" fmla="*/ 4722492 h 6521594"/>
                <a:gd name="connsiteX18" fmla="*/ 6321679 w 6321679"/>
                <a:gd name="connsiteY18" fmla="*/ 4651477 h 6521594"/>
                <a:gd name="connsiteX19" fmla="*/ 6321679 w 6321679"/>
                <a:gd name="connsiteY19" fmla="*/ 5523097 h 6521594"/>
                <a:gd name="connsiteX20" fmla="*/ 6024428 w 6321679"/>
                <a:gd name="connsiteY20" fmla="*/ 5754969 h 6521594"/>
                <a:gd name="connsiteX21" fmla="*/ 5702345 w 6321679"/>
                <a:gd name="connsiteY21" fmla="*/ 6000018 h 6521594"/>
                <a:gd name="connsiteX22" fmla="*/ 4988380 w 6321679"/>
                <a:gd name="connsiteY22" fmla="*/ 6506549 h 6521594"/>
                <a:gd name="connsiteX23" fmla="*/ 4961490 w 6321679"/>
                <a:gd name="connsiteY23" fmla="*/ 6521594 h 6521594"/>
                <a:gd name="connsiteX24" fmla="*/ 2011326 w 6321679"/>
                <a:gd name="connsiteY24" fmla="*/ 6521594 h 6521594"/>
                <a:gd name="connsiteX25" fmla="*/ 1982893 w 6321679"/>
                <a:gd name="connsiteY25" fmla="*/ 6505768 h 6521594"/>
                <a:gd name="connsiteX26" fmla="*/ 824149 w 6321679"/>
                <a:gd name="connsiteY26" fmla="*/ 5358682 h 6521594"/>
                <a:gd name="connsiteX27" fmla="*/ 0 w 6321679"/>
                <a:gd name="connsiteY27" fmla="*/ 3630075 h 6521594"/>
                <a:gd name="connsiteX28" fmla="*/ 4150102 w 6321679"/>
                <a:gd name="connsiteY28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1866928"/>
                  </a:lnTo>
                  <a:lnTo>
                    <a:pt x="6212358" y="1689281"/>
                  </a:lnTo>
                  <a:cubicBezTo>
                    <a:pt x="6161484" y="1615222"/>
                    <a:pt x="6107295" y="1544427"/>
                    <a:pt x="6049880" y="1477173"/>
                  </a:cubicBezTo>
                  <a:cubicBezTo>
                    <a:pt x="5825135" y="1214018"/>
                    <a:pt x="5555573" y="1009470"/>
                    <a:pt x="5248663" y="869327"/>
                  </a:cubicBezTo>
                  <a:cubicBezTo>
                    <a:pt x="4921178" y="719909"/>
                    <a:pt x="4551627" y="644042"/>
                    <a:pt x="4150102" y="644042"/>
                  </a:cubicBezTo>
                  <a:cubicBezTo>
                    <a:pt x="3724203" y="644042"/>
                    <a:pt x="3292799" y="725448"/>
                    <a:pt x="2867946" y="886459"/>
                  </a:cubicBezTo>
                  <a:cubicBezTo>
                    <a:pt x="2454234" y="1042832"/>
                    <a:pt x="2060440" y="1273141"/>
                    <a:pt x="1728892" y="1552397"/>
                  </a:cubicBezTo>
                  <a:cubicBezTo>
                    <a:pt x="1391580" y="1836419"/>
                    <a:pt x="1126473" y="2159600"/>
                    <a:pt x="941043" y="2512664"/>
                  </a:cubicBezTo>
                  <a:cubicBezTo>
                    <a:pt x="751551" y="2873583"/>
                    <a:pt x="655362" y="3249575"/>
                    <a:pt x="655362" y="3630204"/>
                  </a:cubicBezTo>
                  <a:cubicBezTo>
                    <a:pt x="655362" y="4013537"/>
                    <a:pt x="808817" y="4237405"/>
                    <a:pt x="1128177" y="4667883"/>
                  </a:cubicBezTo>
                  <a:cubicBezTo>
                    <a:pt x="1205232" y="4771702"/>
                    <a:pt x="1284908" y="4879129"/>
                    <a:pt x="1366419" y="4997246"/>
                  </a:cubicBezTo>
                  <a:cubicBezTo>
                    <a:pt x="1989282" y="5899677"/>
                    <a:pt x="2657880" y="6284685"/>
                    <a:pt x="3601937" y="6284685"/>
                  </a:cubicBezTo>
                  <a:cubicBezTo>
                    <a:pt x="4221523" y="6284685"/>
                    <a:pt x="4676122" y="5971036"/>
                    <a:pt x="5298985" y="5492643"/>
                  </a:cubicBezTo>
                  <a:cubicBezTo>
                    <a:pt x="5368571" y="5439187"/>
                    <a:pt x="5438156" y="5386375"/>
                    <a:pt x="5505513" y="5335367"/>
                  </a:cubicBezTo>
                  <a:cubicBezTo>
                    <a:pt x="5779335" y="5127761"/>
                    <a:pt x="6041730" y="4928776"/>
                    <a:pt x="6252618" y="4722492"/>
                  </a:cubicBezTo>
                  <a:lnTo>
                    <a:pt x="6321679" y="4651477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Freeform: Shape 47">
              <a:extLst>
                <a:ext uri="{FF2B5EF4-FFF2-40B4-BE49-F238E27FC236}">
                  <a16:creationId xmlns:a16="http://schemas.microsoft.com/office/drawing/2014/main" id="{A66409EC-9CC3-482A-A4A5-54ED092B3F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0322" y="353119"/>
              <a:ext cx="6321679" cy="6521594"/>
            </a:xfrm>
            <a:custGeom>
              <a:avLst/>
              <a:gdLst>
                <a:gd name="connsiteX0" fmla="*/ 4150102 w 6321679"/>
                <a:gd name="connsiteY0" fmla="*/ 0 h 6521594"/>
                <a:gd name="connsiteX1" fmla="*/ 6083891 w 6321679"/>
                <a:gd name="connsiteY1" fmla="*/ 619943 h 6521594"/>
                <a:gd name="connsiteX2" fmla="*/ 6321679 w 6321679"/>
                <a:gd name="connsiteY2" fmla="*/ 822247 h 6521594"/>
                <a:gd name="connsiteX3" fmla="*/ 6321679 w 6321679"/>
                <a:gd name="connsiteY3" fmla="*/ 2150195 h 6521594"/>
                <a:gd name="connsiteX4" fmla="*/ 6241288 w 6321679"/>
                <a:gd name="connsiteY4" fmla="*/ 1985338 h 6521594"/>
                <a:gd name="connsiteX5" fmla="*/ 5949367 w 6321679"/>
                <a:gd name="connsiteY5" fmla="*/ 1559997 h 6521594"/>
                <a:gd name="connsiteX6" fmla="*/ 5193362 w 6321679"/>
                <a:gd name="connsiteY6" fmla="*/ 986156 h 6521594"/>
                <a:gd name="connsiteX7" fmla="*/ 4150102 w 6321679"/>
                <a:gd name="connsiteY7" fmla="*/ 772850 h 6521594"/>
                <a:gd name="connsiteX8" fmla="*/ 2914861 w 6321679"/>
                <a:gd name="connsiteY8" fmla="*/ 1006637 h 6521594"/>
                <a:gd name="connsiteX9" fmla="*/ 1814073 w 6321679"/>
                <a:gd name="connsiteY9" fmla="*/ 1650163 h 6521594"/>
                <a:gd name="connsiteX10" fmla="*/ 1057412 w 6321679"/>
                <a:gd name="connsiteY10" fmla="*/ 2571657 h 6521594"/>
                <a:gd name="connsiteX11" fmla="*/ 786277 w 6321679"/>
                <a:gd name="connsiteY11" fmla="*/ 3630204 h 6521594"/>
                <a:gd name="connsiteX12" fmla="*/ 1233931 w 6321679"/>
                <a:gd name="connsiteY12" fmla="*/ 4592016 h 6521594"/>
                <a:gd name="connsiteX13" fmla="*/ 1474795 w 6321679"/>
                <a:gd name="connsiteY13" fmla="*/ 4924985 h 6521594"/>
                <a:gd name="connsiteX14" fmla="*/ 2393691 w 6321679"/>
                <a:gd name="connsiteY14" fmla="*/ 5846995 h 6521594"/>
                <a:gd name="connsiteX15" fmla="*/ 3601805 w 6321679"/>
                <a:gd name="connsiteY15" fmla="*/ 6155876 h 6521594"/>
                <a:gd name="connsiteX16" fmla="*/ 4378909 w 6321679"/>
                <a:gd name="connsiteY16" fmla="*/ 5959186 h 6521594"/>
                <a:gd name="connsiteX17" fmla="*/ 5218129 w 6321679"/>
                <a:gd name="connsiteY17" fmla="*/ 5391271 h 6521594"/>
                <a:gd name="connsiteX18" fmla="*/ 5425313 w 6321679"/>
                <a:gd name="connsiteY18" fmla="*/ 5233481 h 6521594"/>
                <a:gd name="connsiteX19" fmla="*/ 6254366 w 6321679"/>
                <a:gd name="connsiteY19" fmla="*/ 4534301 h 6521594"/>
                <a:gd name="connsiteX20" fmla="*/ 6321679 w 6321679"/>
                <a:gd name="connsiteY20" fmla="*/ 4456641 h 6521594"/>
                <a:gd name="connsiteX21" fmla="*/ 6321679 w 6321679"/>
                <a:gd name="connsiteY21" fmla="*/ 5523097 h 6521594"/>
                <a:gd name="connsiteX22" fmla="*/ 6024428 w 6321679"/>
                <a:gd name="connsiteY22" fmla="*/ 5754969 h 6521594"/>
                <a:gd name="connsiteX23" fmla="*/ 5702345 w 6321679"/>
                <a:gd name="connsiteY23" fmla="*/ 6000018 h 6521594"/>
                <a:gd name="connsiteX24" fmla="*/ 4988380 w 6321679"/>
                <a:gd name="connsiteY24" fmla="*/ 6506549 h 6521594"/>
                <a:gd name="connsiteX25" fmla="*/ 4961490 w 6321679"/>
                <a:gd name="connsiteY25" fmla="*/ 6521594 h 6521594"/>
                <a:gd name="connsiteX26" fmla="*/ 2011326 w 6321679"/>
                <a:gd name="connsiteY26" fmla="*/ 6521594 h 6521594"/>
                <a:gd name="connsiteX27" fmla="*/ 1982893 w 6321679"/>
                <a:gd name="connsiteY27" fmla="*/ 6505768 h 6521594"/>
                <a:gd name="connsiteX28" fmla="*/ 824149 w 6321679"/>
                <a:gd name="connsiteY28" fmla="*/ 5358682 h 6521594"/>
                <a:gd name="connsiteX29" fmla="*/ 0 w 6321679"/>
                <a:gd name="connsiteY29" fmla="*/ 3630075 h 6521594"/>
                <a:gd name="connsiteX30" fmla="*/ 4150102 w 6321679"/>
                <a:gd name="connsiteY30" fmla="*/ 0 h 6521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6321679" h="6521594">
                  <a:moveTo>
                    <a:pt x="4150102" y="0"/>
                  </a:moveTo>
                  <a:cubicBezTo>
                    <a:pt x="4918148" y="0"/>
                    <a:pt x="5569597" y="228540"/>
                    <a:pt x="6083891" y="619943"/>
                  </a:cubicBezTo>
                  <a:lnTo>
                    <a:pt x="6321679" y="822247"/>
                  </a:lnTo>
                  <a:lnTo>
                    <a:pt x="6321679" y="2150195"/>
                  </a:lnTo>
                  <a:lnTo>
                    <a:pt x="6241288" y="1985338"/>
                  </a:lnTo>
                  <a:cubicBezTo>
                    <a:pt x="6156788" y="1831195"/>
                    <a:pt x="6059249" y="1688709"/>
                    <a:pt x="5949367" y="1559997"/>
                  </a:cubicBezTo>
                  <a:cubicBezTo>
                    <a:pt x="5737073" y="1311397"/>
                    <a:pt x="5482843" y="1118314"/>
                    <a:pt x="5193362" y="986156"/>
                  </a:cubicBezTo>
                  <a:cubicBezTo>
                    <a:pt x="4883437" y="844596"/>
                    <a:pt x="4532365" y="772850"/>
                    <a:pt x="4150102" y="772850"/>
                  </a:cubicBezTo>
                  <a:cubicBezTo>
                    <a:pt x="3746218" y="772850"/>
                    <a:pt x="3319008" y="853613"/>
                    <a:pt x="2914861" y="1006637"/>
                  </a:cubicBezTo>
                  <a:cubicBezTo>
                    <a:pt x="2515039" y="1157857"/>
                    <a:pt x="2134350" y="1380438"/>
                    <a:pt x="1814073" y="1650163"/>
                  </a:cubicBezTo>
                  <a:cubicBezTo>
                    <a:pt x="1494190" y="1919502"/>
                    <a:pt x="1232622" y="2238173"/>
                    <a:pt x="1057412" y="2571657"/>
                  </a:cubicBezTo>
                  <a:cubicBezTo>
                    <a:pt x="877486" y="2914158"/>
                    <a:pt x="786277" y="3270313"/>
                    <a:pt x="786277" y="3630204"/>
                  </a:cubicBezTo>
                  <a:cubicBezTo>
                    <a:pt x="786277" y="3974121"/>
                    <a:pt x="923483" y="4173646"/>
                    <a:pt x="1233931" y="4592016"/>
                  </a:cubicBezTo>
                  <a:cubicBezTo>
                    <a:pt x="1311641" y="4696736"/>
                    <a:pt x="1391972" y="4805064"/>
                    <a:pt x="1474795" y="4924985"/>
                  </a:cubicBezTo>
                  <a:cubicBezTo>
                    <a:pt x="1767682" y="5349278"/>
                    <a:pt x="2068172" y="5650948"/>
                    <a:pt x="2393691" y="5846995"/>
                  </a:cubicBezTo>
                  <a:cubicBezTo>
                    <a:pt x="2738735" y="6054891"/>
                    <a:pt x="3133971" y="6155876"/>
                    <a:pt x="3601805" y="6155876"/>
                  </a:cubicBezTo>
                  <a:cubicBezTo>
                    <a:pt x="3867305" y="6155876"/>
                    <a:pt x="4114196" y="6093405"/>
                    <a:pt x="4378909" y="5959186"/>
                  </a:cubicBezTo>
                  <a:cubicBezTo>
                    <a:pt x="4650699" y="5821362"/>
                    <a:pt x="4919737" y="5620421"/>
                    <a:pt x="5218129" y="5391271"/>
                  </a:cubicBezTo>
                  <a:cubicBezTo>
                    <a:pt x="5288107" y="5337558"/>
                    <a:pt x="5357824" y="5284617"/>
                    <a:pt x="5425313" y="5233481"/>
                  </a:cubicBezTo>
                  <a:cubicBezTo>
                    <a:pt x="5739037" y="4995556"/>
                    <a:pt x="6037512" y="4769168"/>
                    <a:pt x="6254366" y="4534301"/>
                  </a:cubicBezTo>
                  <a:lnTo>
                    <a:pt x="6321679" y="4456641"/>
                  </a:lnTo>
                  <a:lnTo>
                    <a:pt x="6321679" y="5523097"/>
                  </a:lnTo>
                  <a:lnTo>
                    <a:pt x="6024428" y="5754969"/>
                  </a:lnTo>
                  <a:cubicBezTo>
                    <a:pt x="5918395" y="5835747"/>
                    <a:pt x="5810491" y="5916953"/>
                    <a:pt x="5702345" y="6000018"/>
                  </a:cubicBezTo>
                  <a:cubicBezTo>
                    <a:pt x="5466020" y="6181541"/>
                    <a:pt x="5232938" y="6357503"/>
                    <a:pt x="4988380" y="6506549"/>
                  </a:cubicBezTo>
                  <a:lnTo>
                    <a:pt x="4961490" y="6521594"/>
                  </a:lnTo>
                  <a:lnTo>
                    <a:pt x="2011326" y="6521594"/>
                  </a:lnTo>
                  <a:lnTo>
                    <a:pt x="1982893" y="6505768"/>
                  </a:lnTo>
                  <a:cubicBezTo>
                    <a:pt x="1531799" y="6233999"/>
                    <a:pt x="1157400" y="5841520"/>
                    <a:pt x="824149" y="5358682"/>
                  </a:cubicBezTo>
                  <a:cubicBezTo>
                    <a:pt x="424196" y="4779302"/>
                    <a:pt x="0" y="4381929"/>
                    <a:pt x="0" y="3630075"/>
                  </a:cubicBezTo>
                  <a:cubicBezTo>
                    <a:pt x="0" y="1625174"/>
                    <a:pt x="2089794" y="0"/>
                    <a:pt x="4150102" y="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AFB35A9D-5019-707E-C44C-F025ED0892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2319" y="1700784"/>
            <a:ext cx="3854378" cy="4379976"/>
          </a:xfrm>
          <a:prstGeom prst="rect">
            <a:avLst/>
          </a:prstGeom>
        </p:spPr>
      </p:pic>
      <p:graphicFrame>
        <p:nvGraphicFramePr>
          <p:cNvPr id="35" name="Content Placeholder 2">
            <a:extLst>
              <a:ext uri="{FF2B5EF4-FFF2-40B4-BE49-F238E27FC236}">
                <a16:creationId xmlns:a16="http://schemas.microsoft.com/office/drawing/2014/main" id="{109F365F-AD97-3E67-214E-6BF17617F5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6748098"/>
              </p:ext>
            </p:extLst>
          </p:nvPr>
        </p:nvGraphicFramePr>
        <p:xfrm>
          <a:off x="804672" y="2421683"/>
          <a:ext cx="4765949" cy="33534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5670345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F7E1B9-41AD-C495-00C0-5D0A87EF0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1594707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de-CH" sz="3600">
                <a:solidFill>
                  <a:schemeClr val="tx2"/>
                </a:solidFill>
              </a:rPr>
              <a:t>Themawahl</a:t>
            </a:r>
            <a:endParaRPr lang="en-CH" sz="3600">
              <a:solidFill>
                <a:schemeClr val="tx2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5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B65A34-5C7F-5745-6BE5-9469B0ABF7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226" y="3329677"/>
            <a:ext cx="9833548" cy="2457269"/>
          </a:xfrm>
        </p:spPr>
        <p:txBody>
          <a:bodyPr>
            <a:normAutofit/>
          </a:bodyPr>
          <a:lstStyle/>
          <a:p>
            <a:r>
              <a:rPr lang="de-CH" sz="1800" dirty="0">
                <a:solidFill>
                  <a:schemeClr val="tx2"/>
                </a:solidFill>
              </a:rPr>
              <a:t>Weitererarbeitung von Fachwissen aus Programmieren I &amp; II</a:t>
            </a:r>
          </a:p>
          <a:p>
            <a:r>
              <a:rPr lang="de-CH" sz="1800" dirty="0">
                <a:solidFill>
                  <a:schemeClr val="tx2"/>
                </a:solidFill>
              </a:rPr>
              <a:t>Transformation einer Konsonlenapplikation in eine «typische» Applikationslösung (GUI + Datenbankanknüpfung)</a:t>
            </a:r>
          </a:p>
          <a:p>
            <a:r>
              <a:rPr lang="de-CH" sz="1800" dirty="0">
                <a:solidFill>
                  <a:schemeClr val="tx2"/>
                </a:solidFill>
              </a:rPr>
              <a:t>Interesse an Zeiterfassungsprogramme für Firmenverwendung</a:t>
            </a:r>
            <a:endParaRPr lang="en-CH" sz="1800" dirty="0">
              <a:solidFill>
                <a:schemeClr val="tx2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1515520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C96205E-3101-A174-BE40-30155BF4F54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75327A-0BA3-5E08-E2A6-68C281304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de-CH" dirty="0"/>
              <a:t>Problemstellung</a:t>
            </a:r>
            <a:endParaRPr lang="en-CH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DA450B1-9A6B-6F64-8C20-47E50DF290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9356560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46369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8BD119-595B-A2E6-D260-FB3B07913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Problemstellung</a:t>
            </a:r>
            <a:endParaRPr lang="en-C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E90F41-17FD-54A8-AB15-7884C6F9A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CH" dirty="0"/>
              <a:t>Ich will das mein Team ihre Zeiten selber digital erfasst. </a:t>
            </a:r>
          </a:p>
          <a:p>
            <a:pPr marL="457200" lvl="1" indent="0">
              <a:buNone/>
            </a:pPr>
            <a:r>
              <a:rPr lang="de-CH" i="1" dirty="0"/>
              <a:t>&gt; Ich habe keine Lust meinem Team nachzurennen dafür.</a:t>
            </a:r>
          </a:p>
          <a:p>
            <a:r>
              <a:rPr lang="de-CH" dirty="0"/>
              <a:t>Ich will Neuzugänge oder Abgänge erfassen im Team.</a:t>
            </a:r>
          </a:p>
          <a:p>
            <a:pPr marL="457200" lvl="1" indent="0">
              <a:buNone/>
            </a:pPr>
            <a:r>
              <a:rPr lang="de-CH" i="1" dirty="0"/>
              <a:t>&gt; Das bestehende System wird manuell erhalten durch mich und ist zeitintensiv.</a:t>
            </a:r>
          </a:p>
          <a:p>
            <a:r>
              <a:rPr lang="de-CH" dirty="0"/>
              <a:t>Ich will eine organisierte Übersicht der Arbeitsstunden und individuellen Arbeitsverstösse haben.</a:t>
            </a:r>
          </a:p>
          <a:p>
            <a:pPr marL="457200" lvl="1" indent="0">
              <a:buNone/>
            </a:pPr>
            <a:r>
              <a:rPr lang="de-CH" dirty="0"/>
              <a:t>&gt; </a:t>
            </a:r>
            <a:r>
              <a:rPr lang="de-CH" i="1" dirty="0"/>
              <a:t>Das bestehende System ermöglicht eine Übersicht, aber niemand mag eine CMD-Ansicht anzustarren.</a:t>
            </a:r>
          </a:p>
          <a:p>
            <a:r>
              <a:rPr lang="de-CH" dirty="0"/>
              <a:t>Ich will zukünftig eine Möglichkeit haben, Einzelpersonen die administrative Arbeit zu übergeben.</a:t>
            </a:r>
          </a:p>
          <a:p>
            <a:pPr marL="457200" lvl="1" indent="0">
              <a:buNone/>
            </a:pPr>
            <a:r>
              <a:rPr lang="de-CH" i="1" dirty="0"/>
              <a:t>&gt; Das Unternehmen ist gewachsen und ich kann als Vorgesetzter nicht mehr alle Arbeitsstunden allein bewältigen</a:t>
            </a:r>
          </a:p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18859589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2AFBF-FB86-9DB4-B623-60FB72097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7" y="365125"/>
            <a:ext cx="11130539" cy="132556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User Stories</a:t>
            </a:r>
            <a:endParaRPr lang="en-C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F9243C-9228-FEF2-EAC2-30CE0F40AC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de-DE" sz="2100" dirty="0">
                <a:solidFill>
                  <a:schemeClr val="tx2"/>
                </a:solidFill>
              </a:rPr>
              <a:t>Rolle: Worker</a:t>
            </a:r>
            <a:endParaRPr lang="en-CH" sz="2100" dirty="0">
              <a:solidFill>
                <a:schemeClr val="tx2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15E43E-E2CE-E463-8384-53BF46843E4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sz="2300" dirty="0">
                <a:solidFill>
                  <a:schemeClr val="tx2"/>
                </a:solidFill>
              </a:rPr>
              <a:t>Login</a:t>
            </a:r>
          </a:p>
          <a:p>
            <a:r>
              <a:rPr lang="de-DE" sz="2300" dirty="0">
                <a:solidFill>
                  <a:schemeClr val="tx2"/>
                </a:solidFill>
              </a:rPr>
              <a:t>Modulauswahl ist begrenzt auf Rollenfunktionen</a:t>
            </a:r>
          </a:p>
          <a:p>
            <a:r>
              <a:rPr lang="de-DE" sz="2300" dirty="0">
                <a:solidFill>
                  <a:schemeClr val="tx2"/>
                </a:solidFill>
              </a:rPr>
              <a:t>Neue Zeiteinträge erfassen pro Kalenderwoche</a:t>
            </a:r>
          </a:p>
          <a:p>
            <a:r>
              <a:rPr lang="de-DE" sz="2300" dirty="0">
                <a:solidFill>
                  <a:schemeClr val="tx2"/>
                </a:solidFill>
              </a:rPr>
              <a:t>Bestehenden eigene Arbeitszeiten anschauen mit Details (Bsp. Soll-Ist)</a:t>
            </a:r>
          </a:p>
          <a:p>
            <a:r>
              <a:rPr lang="de-DE" sz="2300" dirty="0">
                <a:solidFill>
                  <a:schemeClr val="tx2"/>
                </a:solidFill>
              </a:rPr>
              <a:t>Bestehende Arbeitszeiten modifizieren</a:t>
            </a:r>
          </a:p>
          <a:p>
            <a:r>
              <a:rPr lang="de-DE" sz="2300" dirty="0">
                <a:solidFill>
                  <a:schemeClr val="tx2"/>
                </a:solidFill>
              </a:rPr>
              <a:t>Logout</a:t>
            </a:r>
          </a:p>
          <a:p>
            <a:endParaRPr lang="en-CH" b="1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63D66D-EDA3-0DD4-1447-97F8E82E29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lnSpc>
                <a:spcPct val="80000"/>
              </a:lnSpc>
            </a:pPr>
            <a:r>
              <a:rPr lang="de-DE" sz="2100" dirty="0">
                <a:solidFill>
                  <a:schemeClr val="tx2"/>
                </a:solidFill>
              </a:rPr>
              <a:t>Rolle: Admin</a:t>
            </a:r>
            <a:endParaRPr lang="en-CH" sz="2100" dirty="0">
              <a:solidFill>
                <a:schemeClr val="tx2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B44223-EF28-BAC5-7BA2-72203708611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sz="2300" dirty="0">
                <a:solidFill>
                  <a:schemeClr val="tx2"/>
                </a:solidFill>
              </a:rPr>
              <a:t>Login</a:t>
            </a:r>
          </a:p>
          <a:p>
            <a:r>
              <a:rPr lang="de-DE" sz="2300" dirty="0">
                <a:solidFill>
                  <a:schemeClr val="tx2"/>
                </a:solidFill>
              </a:rPr>
              <a:t>Modulauswahl ist begrenzt auf Rollenfunktionen</a:t>
            </a:r>
          </a:p>
          <a:p>
            <a:r>
              <a:rPr lang="de-DE" sz="2300" dirty="0">
                <a:solidFill>
                  <a:schemeClr val="tx2"/>
                </a:solidFill>
              </a:rPr>
              <a:t>Alle bestehenden Arbeitszeiten anschauen mit Details (Bsp. Soll-Ist)</a:t>
            </a:r>
          </a:p>
          <a:p>
            <a:r>
              <a:rPr lang="de-DE" sz="2300" dirty="0">
                <a:solidFill>
                  <a:schemeClr val="tx2"/>
                </a:solidFill>
              </a:rPr>
              <a:t>Alle bestehenden Verstöße von Zeiteintragen anschauen mit Details (Bsp. Soll-Ist, Art des Verstoßes)</a:t>
            </a:r>
          </a:p>
          <a:p>
            <a:r>
              <a:rPr lang="de-DE" sz="2300" dirty="0">
                <a:solidFill>
                  <a:schemeClr val="tx2"/>
                </a:solidFill>
              </a:rPr>
              <a:t>neue Mitarbeiter erfassen oder entfernen.</a:t>
            </a:r>
          </a:p>
          <a:p>
            <a:r>
              <a:rPr lang="de-DE" sz="2300" dirty="0">
                <a:solidFill>
                  <a:schemeClr val="tx2"/>
                </a:solidFill>
              </a:rPr>
              <a:t>Logout</a:t>
            </a:r>
          </a:p>
          <a:p>
            <a:endParaRPr lang="de-DE" b="1" dirty="0"/>
          </a:p>
          <a:p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704967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CAE512-6854-AD1D-0563-81C69B2F4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FFCF9A-A59A-3D98-B117-A920A77A30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79226" y="1594707"/>
            <a:ext cx="9833548" cy="132556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Projektfunktionen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5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Subtitle 2">
            <a:extLst>
              <a:ext uri="{FF2B5EF4-FFF2-40B4-BE49-F238E27FC236}">
                <a16:creationId xmlns:a16="http://schemas.microsoft.com/office/drawing/2014/main" id="{9836A20E-2603-50DB-DD91-CAF677BB6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9226" y="3015354"/>
            <a:ext cx="9833548" cy="3147939"/>
          </a:xfrm>
        </p:spPr>
        <p:txBody>
          <a:bodyPr vert="horz" lIns="91440" tIns="45720" rIns="91440" bIns="45720" rtlCol="0">
            <a:normAutofit/>
          </a:bodyPr>
          <a:lstStyle/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2"/>
                </a:solidFill>
              </a:rPr>
              <a:t>Usereingabe</a:t>
            </a:r>
            <a:r>
              <a:rPr lang="en-US" sz="2000" dirty="0">
                <a:solidFill>
                  <a:schemeClr val="tx2"/>
                </a:solidFill>
              </a:rPr>
              <a:t> von </a:t>
            </a:r>
            <a:r>
              <a:rPr lang="en-US" sz="2000" dirty="0" err="1">
                <a:solidFill>
                  <a:schemeClr val="tx2"/>
                </a:solidFill>
              </a:rPr>
              <a:t>Stemplungen</a:t>
            </a:r>
            <a:r>
              <a:rPr lang="en-US" sz="2000" dirty="0">
                <a:solidFill>
                  <a:schemeClr val="tx2"/>
                </a:solidFill>
              </a:rPr>
              <a:t> pro </a:t>
            </a:r>
            <a:r>
              <a:rPr lang="en-US" sz="2000" dirty="0" err="1">
                <a:solidFill>
                  <a:schemeClr val="tx2"/>
                </a:solidFill>
              </a:rPr>
              <a:t>Kalenderwoche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im</a:t>
            </a:r>
            <a:r>
              <a:rPr lang="en-US" sz="2000" dirty="0">
                <a:solidFill>
                  <a:schemeClr val="tx2"/>
                </a:solidFill>
              </a:rPr>
              <a:t> GUI (+</a:t>
            </a:r>
            <a:r>
              <a:rPr lang="en-US" sz="2000" dirty="0" err="1">
                <a:solidFill>
                  <a:schemeClr val="tx2"/>
                </a:solidFill>
              </a:rPr>
              <a:t>Validierung</a:t>
            </a:r>
            <a:r>
              <a:rPr lang="en-US" sz="2000" dirty="0">
                <a:solidFill>
                  <a:schemeClr val="tx2"/>
                </a:solidFill>
              </a:rPr>
              <a:t>)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2"/>
                </a:solidFill>
              </a:rPr>
              <a:t>Automatische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Berechnung</a:t>
            </a:r>
            <a:r>
              <a:rPr lang="en-US" sz="2000" dirty="0">
                <a:solidFill>
                  <a:schemeClr val="tx2"/>
                </a:solidFill>
              </a:rPr>
              <a:t> der </a:t>
            </a:r>
            <a:r>
              <a:rPr lang="en-US" sz="2000" dirty="0" err="1">
                <a:solidFill>
                  <a:schemeClr val="tx2"/>
                </a:solidFill>
              </a:rPr>
              <a:t>Stunden</a:t>
            </a:r>
            <a:r>
              <a:rPr lang="en-US" sz="2000" dirty="0">
                <a:solidFill>
                  <a:schemeClr val="tx2"/>
                </a:solidFill>
              </a:rPr>
              <a:t> (+/-) </a:t>
            </a:r>
            <a:r>
              <a:rPr lang="en-US" sz="2000" dirty="0" err="1">
                <a:solidFill>
                  <a:schemeClr val="tx2"/>
                </a:solidFill>
              </a:rPr>
              <a:t>anhand</a:t>
            </a:r>
            <a:r>
              <a:rPr lang="en-US" sz="2000" dirty="0">
                <a:solidFill>
                  <a:schemeClr val="tx2"/>
                </a:solidFill>
              </a:rPr>
              <a:t> des Pensums für </a:t>
            </a:r>
            <a:r>
              <a:rPr lang="en-US" sz="2000" dirty="0" err="1">
                <a:solidFill>
                  <a:schemeClr val="tx2"/>
                </a:solidFill>
              </a:rPr>
              <a:t>Tabellenübersicht</a:t>
            </a:r>
            <a:endParaRPr lang="en-US" sz="2000" dirty="0">
              <a:solidFill>
                <a:schemeClr val="tx2"/>
              </a:solidFill>
            </a:endParaRP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2"/>
                </a:solidFill>
              </a:rPr>
              <a:t>Validierung</a:t>
            </a:r>
            <a:r>
              <a:rPr lang="en-US" sz="2000" dirty="0">
                <a:solidFill>
                  <a:schemeClr val="tx2"/>
                </a:solidFill>
              </a:rPr>
              <a:t> der </a:t>
            </a:r>
            <a:r>
              <a:rPr lang="en-US" sz="2000" dirty="0" err="1">
                <a:solidFill>
                  <a:schemeClr val="tx2"/>
                </a:solidFill>
              </a:rPr>
              <a:t>vertraglichen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Rahmenbedingungen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</a:p>
          <a:p>
            <a:pPr marL="571500" lvl="1" algn="l"/>
            <a:r>
              <a:rPr lang="en-US" sz="1600" dirty="0">
                <a:solidFill>
                  <a:schemeClr val="tx2"/>
                </a:solidFill>
              </a:rPr>
              <a:t>&gt; </a:t>
            </a:r>
            <a:r>
              <a:rPr lang="en-US" sz="1600" dirty="0" err="1">
                <a:solidFill>
                  <a:schemeClr val="tx2"/>
                </a:solidFill>
              </a:rPr>
              <a:t>Erstellung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eines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Verstosses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bei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Fehlern</a:t>
            </a:r>
            <a:r>
              <a:rPr lang="en-US" sz="1600" dirty="0">
                <a:solidFill>
                  <a:schemeClr val="tx2"/>
                </a:solidFill>
              </a:rPr>
              <a:t> (</a:t>
            </a:r>
            <a:r>
              <a:rPr lang="en-US" sz="1600" dirty="0" err="1">
                <a:solidFill>
                  <a:schemeClr val="tx2"/>
                </a:solidFill>
              </a:rPr>
              <a:t>Fachlich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oder</a:t>
            </a:r>
            <a:r>
              <a:rPr lang="en-US" sz="1600" dirty="0">
                <a:solidFill>
                  <a:schemeClr val="tx2"/>
                </a:solidFill>
              </a:rPr>
              <a:t> </a:t>
            </a:r>
            <a:r>
              <a:rPr lang="en-US" sz="1600" dirty="0" err="1">
                <a:solidFill>
                  <a:schemeClr val="tx2"/>
                </a:solidFill>
              </a:rPr>
              <a:t>Verstoss</a:t>
            </a:r>
            <a:r>
              <a:rPr lang="en-US" sz="1600" dirty="0">
                <a:solidFill>
                  <a:schemeClr val="tx2"/>
                </a:solidFill>
              </a:rPr>
              <a:t>)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2"/>
                </a:solidFill>
              </a:rPr>
              <a:t>Ausgabe</a:t>
            </a:r>
            <a:r>
              <a:rPr lang="en-US" sz="2000" dirty="0">
                <a:solidFill>
                  <a:schemeClr val="tx2"/>
                </a:solidFill>
              </a:rPr>
              <a:t> der </a:t>
            </a:r>
            <a:r>
              <a:rPr lang="en-US" sz="2000" dirty="0" err="1">
                <a:solidFill>
                  <a:schemeClr val="tx2"/>
                </a:solidFill>
              </a:rPr>
              <a:t>Informationen</a:t>
            </a:r>
            <a:r>
              <a:rPr lang="en-US" sz="2000" dirty="0">
                <a:solidFill>
                  <a:schemeClr val="tx2"/>
                </a:solidFill>
              </a:rPr>
              <a:t> pro Mitarbeiter in </a:t>
            </a:r>
            <a:r>
              <a:rPr lang="en-US" sz="2000" dirty="0" err="1">
                <a:solidFill>
                  <a:schemeClr val="tx2"/>
                </a:solidFill>
              </a:rPr>
              <a:t>Tabellen</a:t>
            </a:r>
            <a:r>
              <a:rPr lang="en-US" sz="2000" dirty="0">
                <a:solidFill>
                  <a:schemeClr val="tx2"/>
                </a:solidFill>
              </a:rPr>
              <a:t> in der GUI.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tx2"/>
                </a:solidFill>
              </a:rPr>
              <a:t>Verstoss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Übersicht</a:t>
            </a:r>
            <a:r>
              <a:rPr lang="en-US" sz="2000" dirty="0">
                <a:solidFill>
                  <a:schemeClr val="tx2"/>
                </a:solidFill>
              </a:rPr>
              <a:t> für Admin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</a:rPr>
              <a:t>User Management </a:t>
            </a:r>
            <a:r>
              <a:rPr lang="en-US" sz="2000" dirty="0" err="1">
                <a:solidFill>
                  <a:schemeClr val="tx2"/>
                </a:solidFill>
              </a:rPr>
              <a:t>Übersicht</a:t>
            </a:r>
            <a:r>
              <a:rPr lang="en-US" sz="2000" dirty="0">
                <a:solidFill>
                  <a:schemeClr val="tx2"/>
                </a:solidFill>
              </a:rPr>
              <a:t> für Admin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5203191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3CCB5C-C98D-DF9D-1182-9AC3C3094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de-CH" sz="5200"/>
              <a:t>Projektmanagement</a:t>
            </a:r>
            <a:endParaRPr lang="en-CH" sz="5200"/>
          </a:p>
        </p:txBody>
      </p:sp>
      <p:graphicFrame>
        <p:nvGraphicFramePr>
          <p:cNvPr id="39" name="Content Placeholder 2">
            <a:extLst>
              <a:ext uri="{FF2B5EF4-FFF2-40B4-BE49-F238E27FC236}">
                <a16:creationId xmlns:a16="http://schemas.microsoft.com/office/drawing/2014/main" id="{EDF3F1E9-4BEC-4492-5E5E-43134BFB77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594955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2104149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5" name="Freeform: Shape 13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: Shape 14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: Shape 17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18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7" name="Freeform: Shape 19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6E74311-7DE5-916A-FACF-6598EDEEB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2731" y="1542402"/>
            <a:ext cx="5186842" cy="23879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  <a:t>Live Demo</a:t>
            </a:r>
            <a:br>
              <a:rPr lang="en-US" sz="5200" kern="120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5200" kern="120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7085337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62E4F1-5B0D-6078-9666-D15C53080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Q&amp;A</a:t>
            </a:r>
            <a:b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endParaRPr lang="en-US" sz="40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1023" y="52996"/>
            <a:ext cx="6093363" cy="6805005"/>
            <a:chOff x="6101023" y="52996"/>
            <a:chExt cx="6093363" cy="6805005"/>
          </a:xfrm>
        </p:grpSpPr>
        <p:sp>
          <p:nvSpPr>
            <p:cNvPr id="9" name="Freeform: Shape 15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6" name="Graphic 5" descr="Help Thin">
            <a:extLst>
              <a:ext uri="{FF2B5EF4-FFF2-40B4-BE49-F238E27FC236}">
                <a16:creationId xmlns:a16="http://schemas.microsoft.com/office/drawing/2014/main" id="{82783B54-8615-B3D8-D96B-B20DF20BA4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9122045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6DB92E-9198-397C-B79C-0434C75E0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54A6836E-C603-43CB-9DA7-89D8E3FA3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96007DD-F9BF-4F0F-B8C6-C514B2841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FFD96E-0374-7A4B-1629-8E6345607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925" y="1321056"/>
            <a:ext cx="10684151" cy="1991979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Repo:</a:t>
            </a:r>
            <a:b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</a:br>
            <a:r>
              <a:rPr lang="en-US" sz="4000" dirty="0">
                <a:solidFill>
                  <a:schemeClr val="tx2"/>
                </a:solidFill>
              </a:rPr>
              <a:t>https://github.com/M-Abdiu/Gruppe_06-Arbeitszeitrechner_2.0/tree/main</a:t>
            </a:r>
            <a:endParaRPr lang="en-US" sz="40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A0FAFCA-5C96-453B-83B7-A9AEF7F18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4" name="Freeform: Shape 11">
              <a:extLst>
                <a:ext uri="{FF2B5EF4-FFF2-40B4-BE49-F238E27FC236}">
                  <a16:creationId xmlns:a16="http://schemas.microsoft.com/office/drawing/2014/main" id="{4A0F84AE-A24D-4353-B1BA-BD80DAA38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Freeform: Shape 12">
              <a:extLst>
                <a:ext uri="{FF2B5EF4-FFF2-40B4-BE49-F238E27FC236}">
                  <a16:creationId xmlns:a16="http://schemas.microsoft.com/office/drawing/2014/main" id="{AF093259-3E74-43A1-944B-B106C8105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Freeform: Shape 13">
              <a:extLst>
                <a:ext uri="{FF2B5EF4-FFF2-40B4-BE49-F238E27FC236}">
                  <a16:creationId xmlns:a16="http://schemas.microsoft.com/office/drawing/2014/main" id="{AAA28A35-1E54-4054-BB95-42FAFA13A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: Shape 14">
              <a:extLst>
                <a:ext uri="{FF2B5EF4-FFF2-40B4-BE49-F238E27FC236}">
                  <a16:creationId xmlns:a16="http://schemas.microsoft.com/office/drawing/2014/main" id="{FBA3A17F-F3BD-4B94-9CC8-006700210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CD0398DD-AD75-4E2B-A3C6-35073082A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456265" y="3658536"/>
            <a:ext cx="3655725" cy="2743201"/>
            <a:chOff x="-305" y="-1"/>
            <a:chExt cx="3832880" cy="2876136"/>
          </a:xfrm>
        </p:grpSpPr>
        <p:sp>
          <p:nvSpPr>
            <p:cNvPr id="22" name="Freeform: Shape 17">
              <a:extLst>
                <a:ext uri="{FF2B5EF4-FFF2-40B4-BE49-F238E27FC236}">
                  <a16:creationId xmlns:a16="http://schemas.microsoft.com/office/drawing/2014/main" id="{03E4F247-A844-4CD1-A37E-B7EA0DA2DB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2387B1B-D4D3-493F-8D7A-C7A89DBD4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C3404477-1F13-4859-84DA-12A303AC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B8C62FD-B708-4F00-80BB-1250C6011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2201573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398</Words>
  <Application>Microsoft Office PowerPoint</Application>
  <PresentationFormat>Widescreen</PresentationFormat>
  <Paragraphs>59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Arbeitszeit-Auswertungsprogramm 2.0</vt:lpstr>
      <vt:lpstr>Agenda</vt:lpstr>
      <vt:lpstr>Themawahl</vt:lpstr>
      <vt:lpstr>Problemstellung</vt:lpstr>
      <vt:lpstr>Problemstellung</vt:lpstr>
      <vt:lpstr>User Stories</vt:lpstr>
      <vt:lpstr>Projektfunktionen</vt:lpstr>
      <vt:lpstr>Projektmanagement</vt:lpstr>
      <vt:lpstr>Live Demo </vt:lpstr>
      <vt:lpstr>Q&amp;A </vt:lpstr>
      <vt:lpstr>Repo: https://github.com/M-Abdiu/Gruppe_06-Arbeitszeitrechner_2.0/tree/main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Denis Silva Meira (s)</dc:creator>
  <cp:lastModifiedBy>Denis Silva Meira</cp:lastModifiedBy>
  <cp:revision>7</cp:revision>
  <dcterms:created xsi:type="dcterms:W3CDTF">2025-12-12T12:31:08Z</dcterms:created>
  <dcterms:modified xsi:type="dcterms:W3CDTF">2026-05-18T09:48:33Z</dcterms:modified>
</cp:coreProperties>
</file>