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69" r:id="rId5"/>
    <p:sldId id="270" r:id="rId6"/>
    <p:sldId id="268" r:id="rId7"/>
    <p:sldId id="266" r:id="rId8"/>
    <p:sldId id="262" r:id="rId9"/>
    <p:sldId id="261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6C8682-619D-47BC-9277-E2C86F729DBB}" v="28" dt="2026-05-24T14:08:21.4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013" autoAdjust="0"/>
  </p:normalViewPr>
  <p:slideViewPr>
    <p:cSldViewPr snapToGrid="0">
      <p:cViewPr varScale="1">
        <p:scale>
          <a:sx n="87" d="100"/>
          <a:sy n="87" d="100"/>
        </p:scale>
        <p:origin x="48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hmedali Abdiu (s)" userId="6ba2def0-b9b1-4049-863c-8bfc2eb26721" providerId="ADAL" clId="{45502CF0-928D-44D5-8886-D139521CFA9E}"/>
    <pc:docChg chg="undo custSel modSld sldOrd">
      <pc:chgData name="Mehmedali Abdiu (s)" userId="6ba2def0-b9b1-4049-863c-8bfc2eb26721" providerId="ADAL" clId="{45502CF0-928D-44D5-8886-D139521CFA9E}" dt="2026-05-24T14:08:21.460" v="772"/>
      <pc:docMkLst>
        <pc:docMk/>
      </pc:docMkLst>
      <pc:sldChg chg="addSp delSp modSp mod">
        <pc:chgData name="Mehmedali Abdiu (s)" userId="6ba2def0-b9b1-4049-863c-8bfc2eb26721" providerId="ADAL" clId="{45502CF0-928D-44D5-8886-D139521CFA9E}" dt="2026-05-24T13:37:21.103" v="53" actId="478"/>
        <pc:sldMkLst>
          <pc:docMk/>
          <pc:sldMk cId="2056703456" sldId="257"/>
        </pc:sldMkLst>
        <pc:spChg chg="add del">
          <ac:chgData name="Mehmedali Abdiu (s)" userId="6ba2def0-b9b1-4049-863c-8bfc2eb26721" providerId="ADAL" clId="{45502CF0-928D-44D5-8886-D139521CFA9E}" dt="2026-05-24T13:36:11.348" v="47" actId="478"/>
          <ac:spMkLst>
            <pc:docMk/>
            <pc:sldMk cId="2056703456" sldId="257"/>
            <ac:spMk id="10" creationId="{484647F6-0208-F146-3FFE-594F5EB33779}"/>
          </ac:spMkLst>
        </pc:spChg>
        <pc:spChg chg="add del mod">
          <ac:chgData name="Mehmedali Abdiu (s)" userId="6ba2def0-b9b1-4049-863c-8bfc2eb26721" providerId="ADAL" clId="{45502CF0-928D-44D5-8886-D139521CFA9E}" dt="2026-05-24T13:36:32.363" v="50" actId="478"/>
          <ac:spMkLst>
            <pc:docMk/>
            <pc:sldMk cId="2056703456" sldId="257"/>
            <ac:spMk id="11" creationId="{A9679276-96EA-742A-9F61-655C39BE922A}"/>
          </ac:spMkLst>
        </pc:spChg>
        <pc:spChg chg="add del mod">
          <ac:chgData name="Mehmedali Abdiu (s)" userId="6ba2def0-b9b1-4049-863c-8bfc2eb26721" providerId="ADAL" clId="{45502CF0-928D-44D5-8886-D139521CFA9E}" dt="2026-05-24T13:37:21.103" v="53" actId="478"/>
          <ac:spMkLst>
            <pc:docMk/>
            <pc:sldMk cId="2056703456" sldId="257"/>
            <ac:spMk id="12" creationId="{4342C234-5C78-6453-B49F-C8D081094E46}"/>
          </ac:spMkLst>
        </pc:spChg>
        <pc:graphicFrameChg chg="mod modGraphic">
          <ac:chgData name="Mehmedali Abdiu (s)" userId="6ba2def0-b9b1-4049-863c-8bfc2eb26721" providerId="ADAL" clId="{45502CF0-928D-44D5-8886-D139521CFA9E}" dt="2026-05-24T13:35:07.532" v="38" actId="20577"/>
          <ac:graphicFrameMkLst>
            <pc:docMk/>
            <pc:sldMk cId="2056703456" sldId="257"/>
            <ac:graphicFrameMk id="35" creationId="{109F365F-AD97-3E67-214E-6BF17617F5B6}"/>
          </ac:graphicFrameMkLst>
        </pc:graphicFrameChg>
        <pc:cxnChg chg="add del mod">
          <ac:chgData name="Mehmedali Abdiu (s)" userId="6ba2def0-b9b1-4049-863c-8bfc2eb26721" providerId="ADAL" clId="{45502CF0-928D-44D5-8886-D139521CFA9E}" dt="2026-05-24T13:35:46.395" v="43" actId="478"/>
          <ac:cxnSpMkLst>
            <pc:docMk/>
            <pc:sldMk cId="2056703456" sldId="257"/>
            <ac:cxnSpMk id="5" creationId="{DCF1E23A-153D-F98B-6A77-A0E37BF38315}"/>
          </ac:cxnSpMkLst>
        </pc:cxnChg>
        <pc:cxnChg chg="add del">
          <ac:chgData name="Mehmedali Abdiu (s)" userId="6ba2def0-b9b1-4049-863c-8bfc2eb26721" providerId="ADAL" clId="{45502CF0-928D-44D5-8886-D139521CFA9E}" dt="2026-05-24T13:35:56.722" v="45" actId="478"/>
          <ac:cxnSpMkLst>
            <pc:docMk/>
            <pc:sldMk cId="2056703456" sldId="257"/>
            <ac:cxnSpMk id="9" creationId="{7F0CFF5A-05C2-8432-600C-899A149ACA75}"/>
          </ac:cxnSpMkLst>
        </pc:cxnChg>
      </pc:sldChg>
      <pc:sldChg chg="modSp">
        <pc:chgData name="Mehmedali Abdiu (s)" userId="6ba2def0-b9b1-4049-863c-8bfc2eb26721" providerId="ADAL" clId="{45502CF0-928D-44D5-8886-D139521CFA9E}" dt="2026-05-24T14:08:21.460" v="772"/>
        <pc:sldMkLst>
          <pc:docMk/>
          <pc:sldMk cId="1822015730" sldId="264"/>
        </pc:sldMkLst>
        <pc:spChg chg="mod">
          <ac:chgData name="Mehmedali Abdiu (s)" userId="6ba2def0-b9b1-4049-863c-8bfc2eb26721" providerId="ADAL" clId="{45502CF0-928D-44D5-8886-D139521CFA9E}" dt="2026-05-24T14:08:21.460" v="772"/>
          <ac:spMkLst>
            <pc:docMk/>
            <pc:sldMk cId="1822015730" sldId="264"/>
            <ac:spMk id="2" creationId="{59FFD96E-0374-7A4B-1629-8E6345607E66}"/>
          </ac:spMkLst>
        </pc:spChg>
      </pc:sldChg>
      <pc:sldChg chg="modSp mod">
        <pc:chgData name="Mehmedali Abdiu (s)" userId="6ba2def0-b9b1-4049-863c-8bfc2eb26721" providerId="ADAL" clId="{45502CF0-928D-44D5-8886-D139521CFA9E}" dt="2026-05-24T13:52:38.119" v="628" actId="6549"/>
        <pc:sldMkLst>
          <pc:docMk/>
          <pc:sldMk cId="45203191" sldId="266"/>
        </pc:sldMkLst>
        <pc:spChg chg="mod">
          <ac:chgData name="Mehmedali Abdiu (s)" userId="6ba2def0-b9b1-4049-863c-8bfc2eb26721" providerId="ADAL" clId="{45502CF0-928D-44D5-8886-D139521CFA9E}" dt="2026-05-24T13:52:38.119" v="628" actId="6549"/>
          <ac:spMkLst>
            <pc:docMk/>
            <pc:sldMk cId="45203191" sldId="266"/>
            <ac:spMk id="3" creationId="{9836A20E-2603-50DB-DD91-CAF677BB645B}"/>
          </ac:spMkLst>
        </pc:spChg>
      </pc:sldChg>
      <pc:sldChg chg="modSp mod">
        <pc:chgData name="Mehmedali Abdiu (s)" userId="6ba2def0-b9b1-4049-863c-8bfc2eb26721" providerId="ADAL" clId="{45502CF0-928D-44D5-8886-D139521CFA9E}" dt="2026-05-24T14:02:28.995" v="771" actId="113"/>
        <pc:sldMkLst>
          <pc:docMk/>
          <pc:sldMk cId="1946369829" sldId="269"/>
        </pc:sldMkLst>
        <pc:graphicFrameChg chg="mod modGraphic">
          <ac:chgData name="Mehmedali Abdiu (s)" userId="6ba2def0-b9b1-4049-863c-8bfc2eb26721" providerId="ADAL" clId="{45502CF0-928D-44D5-8886-D139521CFA9E}" dt="2026-05-24T14:02:28.995" v="771" actId="113"/>
          <ac:graphicFrameMkLst>
            <pc:docMk/>
            <pc:sldMk cId="1946369829" sldId="269"/>
            <ac:graphicFrameMk id="5" creationId="{3DA450B1-9A6B-6F64-8C20-47E50DF2908A}"/>
          </ac:graphicFrameMkLst>
        </pc:graphicFrameChg>
      </pc:sldChg>
      <pc:sldChg chg="modSp mod ord">
        <pc:chgData name="Mehmedali Abdiu (s)" userId="6ba2def0-b9b1-4049-863c-8bfc2eb26721" providerId="ADAL" clId="{45502CF0-928D-44D5-8886-D139521CFA9E}" dt="2026-05-24T13:59:53.877" v="732" actId="20577"/>
        <pc:sldMkLst>
          <pc:docMk/>
          <pc:sldMk cId="1885958964" sldId="270"/>
        </pc:sldMkLst>
        <pc:spChg chg="mod">
          <ac:chgData name="Mehmedali Abdiu (s)" userId="6ba2def0-b9b1-4049-863c-8bfc2eb26721" providerId="ADAL" clId="{45502CF0-928D-44D5-8886-D139521CFA9E}" dt="2026-05-24T13:59:53.877" v="732" actId="20577"/>
          <ac:spMkLst>
            <pc:docMk/>
            <pc:sldMk cId="1885958964" sldId="270"/>
            <ac:spMk id="3" creationId="{72E90F41-17FD-54A8-AB15-7884C6F9A06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BD765FA-6B06-489F-97C3-896C1CE8C462}" type="doc">
      <dgm:prSet loTypeId="urn:microsoft.com/office/officeart/2005/8/layout/default" loCatId="list" qsTypeId="urn:microsoft.com/office/officeart/2005/8/quickstyle/simple1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7EEDAFAB-BE99-409B-8D3E-CA2422E95539}">
      <dgm:prSet/>
      <dgm:spPr/>
      <dgm:t>
        <a:bodyPr/>
        <a:lstStyle/>
        <a:p>
          <a:r>
            <a:rPr lang="de-CH"/>
            <a:t>Themawahl</a:t>
          </a:r>
          <a:endParaRPr lang="en-US"/>
        </a:p>
      </dgm:t>
    </dgm:pt>
    <dgm:pt modelId="{FFC9AA9C-A23E-47E6-BF94-B2BC3A4DC2BF}" type="parTrans" cxnId="{A85D8BA9-DBB4-466E-9956-ECCD6E42B847}">
      <dgm:prSet/>
      <dgm:spPr/>
      <dgm:t>
        <a:bodyPr/>
        <a:lstStyle/>
        <a:p>
          <a:endParaRPr lang="en-US"/>
        </a:p>
      </dgm:t>
    </dgm:pt>
    <dgm:pt modelId="{7E4293F0-03F3-4607-9E1A-80519F486F0E}" type="sibTrans" cxnId="{A85D8BA9-DBB4-466E-9956-ECCD6E42B847}">
      <dgm:prSet/>
      <dgm:spPr/>
      <dgm:t>
        <a:bodyPr/>
        <a:lstStyle/>
        <a:p>
          <a:endParaRPr lang="en-US"/>
        </a:p>
      </dgm:t>
    </dgm:pt>
    <dgm:pt modelId="{652733F6-F553-4651-B8B7-85BE25926639}">
      <dgm:prSet/>
      <dgm:spPr/>
      <dgm:t>
        <a:bodyPr/>
        <a:lstStyle/>
        <a:p>
          <a:r>
            <a:rPr lang="de-CH" dirty="0"/>
            <a:t>Problemstellung</a:t>
          </a:r>
          <a:endParaRPr lang="en-US" dirty="0"/>
        </a:p>
      </dgm:t>
    </dgm:pt>
    <dgm:pt modelId="{05D74C5F-3811-418D-86B2-4FED4440EC07}" type="parTrans" cxnId="{19B5B7C8-B70D-4A43-A38F-8AB9284CB227}">
      <dgm:prSet/>
      <dgm:spPr/>
      <dgm:t>
        <a:bodyPr/>
        <a:lstStyle/>
        <a:p>
          <a:endParaRPr lang="en-US"/>
        </a:p>
      </dgm:t>
    </dgm:pt>
    <dgm:pt modelId="{78A42631-FE92-45F0-8FA2-3E82EF6DBE8D}" type="sibTrans" cxnId="{19B5B7C8-B70D-4A43-A38F-8AB9284CB227}">
      <dgm:prSet/>
      <dgm:spPr/>
      <dgm:t>
        <a:bodyPr/>
        <a:lstStyle/>
        <a:p>
          <a:endParaRPr lang="en-US"/>
        </a:p>
      </dgm:t>
    </dgm:pt>
    <dgm:pt modelId="{FE986F11-28F9-47C2-948F-27AB9411BD89}">
      <dgm:prSet/>
      <dgm:spPr/>
      <dgm:t>
        <a:bodyPr/>
        <a:lstStyle/>
        <a:p>
          <a:r>
            <a:rPr lang="de-CH"/>
            <a:t>User Stories</a:t>
          </a:r>
          <a:endParaRPr lang="en-US"/>
        </a:p>
      </dgm:t>
    </dgm:pt>
    <dgm:pt modelId="{8BDF0417-95AB-4C18-AD04-25F629BD7E59}" type="parTrans" cxnId="{70562D9C-595B-40A2-A588-55E1D11E142C}">
      <dgm:prSet/>
      <dgm:spPr/>
      <dgm:t>
        <a:bodyPr/>
        <a:lstStyle/>
        <a:p>
          <a:endParaRPr lang="en-US"/>
        </a:p>
      </dgm:t>
    </dgm:pt>
    <dgm:pt modelId="{7F3F336E-C9B4-4668-9AE6-5A7412035F9A}" type="sibTrans" cxnId="{70562D9C-595B-40A2-A588-55E1D11E142C}">
      <dgm:prSet/>
      <dgm:spPr/>
      <dgm:t>
        <a:bodyPr/>
        <a:lstStyle/>
        <a:p>
          <a:endParaRPr lang="en-US"/>
        </a:p>
      </dgm:t>
    </dgm:pt>
    <dgm:pt modelId="{D143F386-90D7-4320-BD0B-E86B658C40F5}">
      <dgm:prSet/>
      <dgm:spPr/>
      <dgm:t>
        <a:bodyPr/>
        <a:lstStyle/>
        <a:p>
          <a:r>
            <a:rPr lang="de-CH"/>
            <a:t>Projektmanagement</a:t>
          </a:r>
          <a:endParaRPr lang="en-US"/>
        </a:p>
      </dgm:t>
    </dgm:pt>
    <dgm:pt modelId="{74A6EA17-0035-469E-AF57-A9966B27FB67}" type="parTrans" cxnId="{3B10EE41-F1B7-45DC-BE39-A369DE3D3A28}">
      <dgm:prSet/>
      <dgm:spPr/>
      <dgm:t>
        <a:bodyPr/>
        <a:lstStyle/>
        <a:p>
          <a:endParaRPr lang="en-US"/>
        </a:p>
      </dgm:t>
    </dgm:pt>
    <dgm:pt modelId="{2F810670-0223-436B-8748-425DB9CF47E7}" type="sibTrans" cxnId="{3B10EE41-F1B7-45DC-BE39-A369DE3D3A28}">
      <dgm:prSet/>
      <dgm:spPr/>
      <dgm:t>
        <a:bodyPr/>
        <a:lstStyle/>
        <a:p>
          <a:endParaRPr lang="en-US"/>
        </a:p>
      </dgm:t>
    </dgm:pt>
    <dgm:pt modelId="{7282C2DC-89F7-4F42-A2A3-E66D176B421D}">
      <dgm:prSet/>
      <dgm:spPr/>
      <dgm:t>
        <a:bodyPr/>
        <a:lstStyle/>
        <a:p>
          <a:r>
            <a:rPr lang="de-CH"/>
            <a:t>Live Demo</a:t>
          </a:r>
          <a:endParaRPr lang="en-US"/>
        </a:p>
      </dgm:t>
    </dgm:pt>
    <dgm:pt modelId="{2DA12C36-3E8C-4351-A915-CE22C905BEC7}" type="parTrans" cxnId="{DE550D56-FDB9-47F7-BF2A-12B6999EA2D3}">
      <dgm:prSet/>
      <dgm:spPr/>
      <dgm:t>
        <a:bodyPr/>
        <a:lstStyle/>
        <a:p>
          <a:endParaRPr lang="en-US"/>
        </a:p>
      </dgm:t>
    </dgm:pt>
    <dgm:pt modelId="{133F8C6D-ED35-49FD-836B-8BDBB94EFDC4}" type="sibTrans" cxnId="{DE550D56-FDB9-47F7-BF2A-12B6999EA2D3}">
      <dgm:prSet/>
      <dgm:spPr/>
      <dgm:t>
        <a:bodyPr/>
        <a:lstStyle/>
        <a:p>
          <a:endParaRPr lang="en-US"/>
        </a:p>
      </dgm:t>
    </dgm:pt>
    <dgm:pt modelId="{0F6B8B42-140F-4487-BAB2-42BBDF12E6DA}">
      <dgm:prSet/>
      <dgm:spPr/>
      <dgm:t>
        <a:bodyPr/>
        <a:lstStyle/>
        <a:p>
          <a:r>
            <a:rPr lang="de-CH"/>
            <a:t>Q &amp; A</a:t>
          </a:r>
          <a:endParaRPr lang="en-US"/>
        </a:p>
      </dgm:t>
    </dgm:pt>
    <dgm:pt modelId="{186E8BD8-DE49-4D86-A510-319DD1D89111}" type="parTrans" cxnId="{011D8D46-729A-48B0-B10B-287AB630CE22}">
      <dgm:prSet/>
      <dgm:spPr/>
      <dgm:t>
        <a:bodyPr/>
        <a:lstStyle/>
        <a:p>
          <a:endParaRPr lang="en-US"/>
        </a:p>
      </dgm:t>
    </dgm:pt>
    <dgm:pt modelId="{49D554B0-6984-42D3-8669-0292A49C43C7}" type="sibTrans" cxnId="{011D8D46-729A-48B0-B10B-287AB630CE22}">
      <dgm:prSet/>
      <dgm:spPr/>
      <dgm:t>
        <a:bodyPr/>
        <a:lstStyle/>
        <a:p>
          <a:endParaRPr lang="en-US"/>
        </a:p>
      </dgm:t>
    </dgm:pt>
    <dgm:pt modelId="{E0523289-4F96-4990-989E-3E3CD084FDF6}">
      <dgm:prSet/>
      <dgm:spPr/>
      <dgm:t>
        <a:bodyPr/>
        <a:lstStyle/>
        <a:p>
          <a:r>
            <a:rPr lang="de-CH" dirty="0"/>
            <a:t>Projektfunktionen</a:t>
          </a:r>
        </a:p>
      </dgm:t>
    </dgm:pt>
    <dgm:pt modelId="{A22BFD47-2CD5-4082-9D8A-231A55FB1F34}" type="parTrans" cxnId="{A92FCDDF-A2E5-48CF-8368-666335D681C2}">
      <dgm:prSet/>
      <dgm:spPr/>
    </dgm:pt>
    <dgm:pt modelId="{B872BB08-659B-4E84-8914-B8895038782E}" type="sibTrans" cxnId="{A92FCDDF-A2E5-48CF-8368-666335D681C2}">
      <dgm:prSet/>
      <dgm:spPr/>
    </dgm:pt>
    <dgm:pt modelId="{457F85D2-EDFF-4BDE-91B2-DA2427D1C265}" type="pres">
      <dgm:prSet presAssocID="{7BD765FA-6B06-489F-97C3-896C1CE8C462}" presName="diagram" presStyleCnt="0">
        <dgm:presLayoutVars>
          <dgm:dir/>
          <dgm:resizeHandles val="exact"/>
        </dgm:presLayoutVars>
      </dgm:prSet>
      <dgm:spPr/>
    </dgm:pt>
    <dgm:pt modelId="{2233BE96-97D6-43F4-85DD-DFD07FB814A4}" type="pres">
      <dgm:prSet presAssocID="{7EEDAFAB-BE99-409B-8D3E-CA2422E95539}" presName="node" presStyleLbl="node1" presStyleIdx="0" presStyleCnt="7">
        <dgm:presLayoutVars>
          <dgm:bulletEnabled val="1"/>
        </dgm:presLayoutVars>
      </dgm:prSet>
      <dgm:spPr/>
    </dgm:pt>
    <dgm:pt modelId="{7E24C072-C047-4E8E-BF5B-2CFCCD85D970}" type="pres">
      <dgm:prSet presAssocID="{7E4293F0-03F3-4607-9E1A-80519F486F0E}" presName="sibTrans" presStyleCnt="0"/>
      <dgm:spPr/>
    </dgm:pt>
    <dgm:pt modelId="{6D572393-517E-4177-A9C5-FFBD037EA216}" type="pres">
      <dgm:prSet presAssocID="{652733F6-F553-4651-B8B7-85BE25926639}" presName="node" presStyleLbl="node1" presStyleIdx="1" presStyleCnt="7">
        <dgm:presLayoutVars>
          <dgm:bulletEnabled val="1"/>
        </dgm:presLayoutVars>
      </dgm:prSet>
      <dgm:spPr/>
    </dgm:pt>
    <dgm:pt modelId="{B9F77489-2E57-4EB1-BBA9-D49818DC5700}" type="pres">
      <dgm:prSet presAssocID="{78A42631-FE92-45F0-8FA2-3E82EF6DBE8D}" presName="sibTrans" presStyleCnt="0"/>
      <dgm:spPr/>
    </dgm:pt>
    <dgm:pt modelId="{FBD6B95D-DBA3-471A-B11B-F98CB473DCD1}" type="pres">
      <dgm:prSet presAssocID="{FE986F11-28F9-47C2-948F-27AB9411BD89}" presName="node" presStyleLbl="node1" presStyleIdx="2" presStyleCnt="7">
        <dgm:presLayoutVars>
          <dgm:bulletEnabled val="1"/>
        </dgm:presLayoutVars>
      </dgm:prSet>
      <dgm:spPr/>
    </dgm:pt>
    <dgm:pt modelId="{705286B4-C31D-487F-9EE9-1CECAB48E174}" type="pres">
      <dgm:prSet presAssocID="{7F3F336E-C9B4-4668-9AE6-5A7412035F9A}" presName="sibTrans" presStyleCnt="0"/>
      <dgm:spPr/>
    </dgm:pt>
    <dgm:pt modelId="{87FAC60B-21E9-45DC-A9AC-D435EFF06634}" type="pres">
      <dgm:prSet presAssocID="{E0523289-4F96-4990-989E-3E3CD084FDF6}" presName="node" presStyleLbl="node1" presStyleIdx="3" presStyleCnt="7">
        <dgm:presLayoutVars>
          <dgm:bulletEnabled val="1"/>
        </dgm:presLayoutVars>
      </dgm:prSet>
      <dgm:spPr/>
    </dgm:pt>
    <dgm:pt modelId="{92FC43EB-E328-4CC4-979E-239341CE7C47}" type="pres">
      <dgm:prSet presAssocID="{B872BB08-659B-4E84-8914-B8895038782E}" presName="sibTrans" presStyleCnt="0"/>
      <dgm:spPr/>
    </dgm:pt>
    <dgm:pt modelId="{95853E69-3BCD-47FA-AFB2-55386A0A9990}" type="pres">
      <dgm:prSet presAssocID="{D143F386-90D7-4320-BD0B-E86B658C40F5}" presName="node" presStyleLbl="node1" presStyleIdx="4" presStyleCnt="7">
        <dgm:presLayoutVars>
          <dgm:bulletEnabled val="1"/>
        </dgm:presLayoutVars>
      </dgm:prSet>
      <dgm:spPr/>
    </dgm:pt>
    <dgm:pt modelId="{F1B19005-6606-41ED-9B12-4C2EE4A888F7}" type="pres">
      <dgm:prSet presAssocID="{2F810670-0223-436B-8748-425DB9CF47E7}" presName="sibTrans" presStyleCnt="0"/>
      <dgm:spPr/>
    </dgm:pt>
    <dgm:pt modelId="{27D863A9-3EB0-45D9-ACCD-DB51327C150F}" type="pres">
      <dgm:prSet presAssocID="{7282C2DC-89F7-4F42-A2A3-E66D176B421D}" presName="node" presStyleLbl="node1" presStyleIdx="5" presStyleCnt="7">
        <dgm:presLayoutVars>
          <dgm:bulletEnabled val="1"/>
        </dgm:presLayoutVars>
      </dgm:prSet>
      <dgm:spPr/>
    </dgm:pt>
    <dgm:pt modelId="{CD973CC1-AE62-4CE8-A321-087B81429F90}" type="pres">
      <dgm:prSet presAssocID="{133F8C6D-ED35-49FD-836B-8BDBB94EFDC4}" presName="sibTrans" presStyleCnt="0"/>
      <dgm:spPr/>
    </dgm:pt>
    <dgm:pt modelId="{5B02B8CC-9B65-471C-86F7-B2D185C39088}" type="pres">
      <dgm:prSet presAssocID="{0F6B8B42-140F-4487-BAB2-42BBDF12E6DA}" presName="node" presStyleLbl="node1" presStyleIdx="6" presStyleCnt="7">
        <dgm:presLayoutVars>
          <dgm:bulletEnabled val="1"/>
        </dgm:presLayoutVars>
      </dgm:prSet>
      <dgm:spPr/>
    </dgm:pt>
  </dgm:ptLst>
  <dgm:cxnLst>
    <dgm:cxn modelId="{1D4FDC2E-1FDA-469B-A623-83E1B6CF89AE}" type="presOf" srcId="{FE986F11-28F9-47C2-948F-27AB9411BD89}" destId="{FBD6B95D-DBA3-471A-B11B-F98CB473DCD1}" srcOrd="0" destOrd="0" presId="urn:microsoft.com/office/officeart/2005/8/layout/default"/>
    <dgm:cxn modelId="{A5C84639-2358-4B36-B205-0F7631F43751}" type="presOf" srcId="{0F6B8B42-140F-4487-BAB2-42BBDF12E6DA}" destId="{5B02B8CC-9B65-471C-86F7-B2D185C39088}" srcOrd="0" destOrd="0" presId="urn:microsoft.com/office/officeart/2005/8/layout/default"/>
    <dgm:cxn modelId="{900A853B-5EA8-41D2-ABEC-9AF083B841F3}" type="presOf" srcId="{E0523289-4F96-4990-989E-3E3CD084FDF6}" destId="{87FAC60B-21E9-45DC-A9AC-D435EFF06634}" srcOrd="0" destOrd="0" presId="urn:microsoft.com/office/officeart/2005/8/layout/default"/>
    <dgm:cxn modelId="{F18CB661-3FF4-49C7-B426-669D63B759B2}" type="presOf" srcId="{D143F386-90D7-4320-BD0B-E86B658C40F5}" destId="{95853E69-3BCD-47FA-AFB2-55386A0A9990}" srcOrd="0" destOrd="0" presId="urn:microsoft.com/office/officeart/2005/8/layout/default"/>
    <dgm:cxn modelId="{3B10EE41-F1B7-45DC-BE39-A369DE3D3A28}" srcId="{7BD765FA-6B06-489F-97C3-896C1CE8C462}" destId="{D143F386-90D7-4320-BD0B-E86B658C40F5}" srcOrd="4" destOrd="0" parTransId="{74A6EA17-0035-469E-AF57-A9966B27FB67}" sibTransId="{2F810670-0223-436B-8748-425DB9CF47E7}"/>
    <dgm:cxn modelId="{717F6043-8DFD-4394-84A8-433D050DB870}" type="presOf" srcId="{7BD765FA-6B06-489F-97C3-896C1CE8C462}" destId="{457F85D2-EDFF-4BDE-91B2-DA2427D1C265}" srcOrd="0" destOrd="0" presId="urn:microsoft.com/office/officeart/2005/8/layout/default"/>
    <dgm:cxn modelId="{011D8D46-729A-48B0-B10B-287AB630CE22}" srcId="{7BD765FA-6B06-489F-97C3-896C1CE8C462}" destId="{0F6B8B42-140F-4487-BAB2-42BBDF12E6DA}" srcOrd="6" destOrd="0" parTransId="{186E8BD8-DE49-4D86-A510-319DD1D89111}" sibTransId="{49D554B0-6984-42D3-8669-0292A49C43C7}"/>
    <dgm:cxn modelId="{DE550D56-FDB9-47F7-BF2A-12B6999EA2D3}" srcId="{7BD765FA-6B06-489F-97C3-896C1CE8C462}" destId="{7282C2DC-89F7-4F42-A2A3-E66D176B421D}" srcOrd="5" destOrd="0" parTransId="{2DA12C36-3E8C-4351-A915-CE22C905BEC7}" sibTransId="{133F8C6D-ED35-49FD-836B-8BDBB94EFDC4}"/>
    <dgm:cxn modelId="{24A2958E-3AD3-4CD8-B83B-C162FE956922}" type="presOf" srcId="{7282C2DC-89F7-4F42-A2A3-E66D176B421D}" destId="{27D863A9-3EB0-45D9-ACCD-DB51327C150F}" srcOrd="0" destOrd="0" presId="urn:microsoft.com/office/officeart/2005/8/layout/default"/>
    <dgm:cxn modelId="{70562D9C-595B-40A2-A588-55E1D11E142C}" srcId="{7BD765FA-6B06-489F-97C3-896C1CE8C462}" destId="{FE986F11-28F9-47C2-948F-27AB9411BD89}" srcOrd="2" destOrd="0" parTransId="{8BDF0417-95AB-4C18-AD04-25F629BD7E59}" sibTransId="{7F3F336E-C9B4-4668-9AE6-5A7412035F9A}"/>
    <dgm:cxn modelId="{A85D8BA9-DBB4-466E-9956-ECCD6E42B847}" srcId="{7BD765FA-6B06-489F-97C3-896C1CE8C462}" destId="{7EEDAFAB-BE99-409B-8D3E-CA2422E95539}" srcOrd="0" destOrd="0" parTransId="{FFC9AA9C-A23E-47E6-BF94-B2BC3A4DC2BF}" sibTransId="{7E4293F0-03F3-4607-9E1A-80519F486F0E}"/>
    <dgm:cxn modelId="{C847BDB6-7008-494F-A5A6-D6B7EE296B6A}" type="presOf" srcId="{7EEDAFAB-BE99-409B-8D3E-CA2422E95539}" destId="{2233BE96-97D6-43F4-85DD-DFD07FB814A4}" srcOrd="0" destOrd="0" presId="urn:microsoft.com/office/officeart/2005/8/layout/default"/>
    <dgm:cxn modelId="{19B5B7C8-B70D-4A43-A38F-8AB9284CB227}" srcId="{7BD765FA-6B06-489F-97C3-896C1CE8C462}" destId="{652733F6-F553-4651-B8B7-85BE25926639}" srcOrd="1" destOrd="0" parTransId="{05D74C5F-3811-418D-86B2-4FED4440EC07}" sibTransId="{78A42631-FE92-45F0-8FA2-3E82EF6DBE8D}"/>
    <dgm:cxn modelId="{A92FCDDF-A2E5-48CF-8368-666335D681C2}" srcId="{7BD765FA-6B06-489F-97C3-896C1CE8C462}" destId="{E0523289-4F96-4990-989E-3E3CD084FDF6}" srcOrd="3" destOrd="0" parTransId="{A22BFD47-2CD5-4082-9D8A-231A55FB1F34}" sibTransId="{B872BB08-659B-4E84-8914-B8895038782E}"/>
    <dgm:cxn modelId="{ED23BEF6-2729-45C3-9214-CAD7A01CE3EA}" type="presOf" srcId="{652733F6-F553-4651-B8B7-85BE25926639}" destId="{6D572393-517E-4177-A9C5-FFBD037EA216}" srcOrd="0" destOrd="0" presId="urn:microsoft.com/office/officeart/2005/8/layout/default"/>
    <dgm:cxn modelId="{2962F909-AA78-46E5-AD7D-88BCD304BAB8}" type="presParOf" srcId="{457F85D2-EDFF-4BDE-91B2-DA2427D1C265}" destId="{2233BE96-97D6-43F4-85DD-DFD07FB814A4}" srcOrd="0" destOrd="0" presId="urn:microsoft.com/office/officeart/2005/8/layout/default"/>
    <dgm:cxn modelId="{308376AF-E25E-4B50-8045-0F7B95718C47}" type="presParOf" srcId="{457F85D2-EDFF-4BDE-91B2-DA2427D1C265}" destId="{7E24C072-C047-4E8E-BF5B-2CFCCD85D970}" srcOrd="1" destOrd="0" presId="urn:microsoft.com/office/officeart/2005/8/layout/default"/>
    <dgm:cxn modelId="{F87D77BE-FBFA-47DB-9681-0DE57931174E}" type="presParOf" srcId="{457F85D2-EDFF-4BDE-91B2-DA2427D1C265}" destId="{6D572393-517E-4177-A9C5-FFBD037EA216}" srcOrd="2" destOrd="0" presId="urn:microsoft.com/office/officeart/2005/8/layout/default"/>
    <dgm:cxn modelId="{151A9D06-E27E-4EED-B899-51D37B7B396D}" type="presParOf" srcId="{457F85D2-EDFF-4BDE-91B2-DA2427D1C265}" destId="{B9F77489-2E57-4EB1-BBA9-D49818DC5700}" srcOrd="3" destOrd="0" presId="urn:microsoft.com/office/officeart/2005/8/layout/default"/>
    <dgm:cxn modelId="{DEB73C41-8321-4CAF-B21A-8853CF3A069D}" type="presParOf" srcId="{457F85D2-EDFF-4BDE-91B2-DA2427D1C265}" destId="{FBD6B95D-DBA3-471A-B11B-F98CB473DCD1}" srcOrd="4" destOrd="0" presId="urn:microsoft.com/office/officeart/2005/8/layout/default"/>
    <dgm:cxn modelId="{636E2959-4B19-4C5B-BF22-D91694ED4D72}" type="presParOf" srcId="{457F85D2-EDFF-4BDE-91B2-DA2427D1C265}" destId="{705286B4-C31D-487F-9EE9-1CECAB48E174}" srcOrd="5" destOrd="0" presId="urn:microsoft.com/office/officeart/2005/8/layout/default"/>
    <dgm:cxn modelId="{A4B627F8-052F-43EF-AD1C-F6DCF4761EE6}" type="presParOf" srcId="{457F85D2-EDFF-4BDE-91B2-DA2427D1C265}" destId="{87FAC60B-21E9-45DC-A9AC-D435EFF06634}" srcOrd="6" destOrd="0" presId="urn:microsoft.com/office/officeart/2005/8/layout/default"/>
    <dgm:cxn modelId="{1494E71F-BF67-48C6-99A8-4EDD669B8308}" type="presParOf" srcId="{457F85D2-EDFF-4BDE-91B2-DA2427D1C265}" destId="{92FC43EB-E328-4CC4-979E-239341CE7C47}" srcOrd="7" destOrd="0" presId="urn:microsoft.com/office/officeart/2005/8/layout/default"/>
    <dgm:cxn modelId="{57DE9A4C-9CBB-4121-BFF8-F42C45646EA7}" type="presParOf" srcId="{457F85D2-EDFF-4BDE-91B2-DA2427D1C265}" destId="{95853E69-3BCD-47FA-AFB2-55386A0A9990}" srcOrd="8" destOrd="0" presId="urn:microsoft.com/office/officeart/2005/8/layout/default"/>
    <dgm:cxn modelId="{0FD4224B-D940-4C1A-9D04-F26FF12DC092}" type="presParOf" srcId="{457F85D2-EDFF-4BDE-91B2-DA2427D1C265}" destId="{F1B19005-6606-41ED-9B12-4C2EE4A888F7}" srcOrd="9" destOrd="0" presId="urn:microsoft.com/office/officeart/2005/8/layout/default"/>
    <dgm:cxn modelId="{C47859C5-375F-4652-BCD2-AE73EBAC5C5F}" type="presParOf" srcId="{457F85D2-EDFF-4BDE-91B2-DA2427D1C265}" destId="{27D863A9-3EB0-45D9-ACCD-DB51327C150F}" srcOrd="10" destOrd="0" presId="urn:microsoft.com/office/officeart/2005/8/layout/default"/>
    <dgm:cxn modelId="{BC3D258F-B943-476F-94D3-66B93B782125}" type="presParOf" srcId="{457F85D2-EDFF-4BDE-91B2-DA2427D1C265}" destId="{CD973CC1-AE62-4CE8-A321-087B81429F90}" srcOrd="11" destOrd="0" presId="urn:microsoft.com/office/officeart/2005/8/layout/default"/>
    <dgm:cxn modelId="{E61B6879-70D0-4517-A5C9-8A571D7237A2}" type="presParOf" srcId="{457F85D2-EDFF-4BDE-91B2-DA2427D1C265}" destId="{5B02B8CC-9B65-471C-86F7-B2D185C39088}" srcOrd="1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61C393-6B4A-44E7-A72C-1B9496B92FCA}" type="doc">
      <dgm:prSet loTypeId="urn:microsoft.com/office/officeart/2008/layout/LinedList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5329B13-7341-4093-B24E-BCF122348DD2}">
      <dgm:prSet/>
      <dgm:spPr/>
      <dgm:t>
        <a:bodyPr/>
        <a:lstStyle/>
        <a:p>
          <a:r>
            <a:rPr lang="de-DE" dirty="0"/>
            <a:t>Früher:
Mitarbeitende trugen ihre gestempelten Zeiten in eine Datei ein.
Der Vorgesetzte musste diese Daten manuell kontrollieren und berechnen.</a:t>
          </a:r>
          <a:endParaRPr lang="en-US" dirty="0"/>
        </a:p>
      </dgm:t>
    </dgm:pt>
    <dgm:pt modelId="{F6AE32E9-3D57-42DB-92C3-8961F56EF8E7}" type="parTrans" cxnId="{86B01A93-9C0C-45F4-808E-5FB99C0EC1E0}">
      <dgm:prSet/>
      <dgm:spPr/>
      <dgm:t>
        <a:bodyPr/>
        <a:lstStyle/>
        <a:p>
          <a:endParaRPr lang="en-US"/>
        </a:p>
      </dgm:t>
    </dgm:pt>
    <dgm:pt modelId="{648E5623-8BA6-45A1-912D-D82060CB970C}" type="sibTrans" cxnId="{86B01A93-9C0C-45F4-808E-5FB99C0EC1E0}">
      <dgm:prSet/>
      <dgm:spPr/>
      <dgm:t>
        <a:bodyPr/>
        <a:lstStyle/>
        <a:p>
          <a:endParaRPr lang="en-US"/>
        </a:p>
      </dgm:t>
    </dgm:pt>
    <dgm:pt modelId="{525A1FBE-FE68-4D3C-9A0B-1CDA14BB8BF3}">
      <dgm:prSet/>
      <dgm:spPr/>
      <dgm:t>
        <a:bodyPr/>
        <a:lstStyle/>
        <a:p>
          <a:r>
            <a:rPr lang="de-DE" dirty="0"/>
            <a:t>Arbeitszeitrechner 1.0:
Die Datei konnte eingelesen werden und erzeugte automatisch eine Übersicht.
Trotzdem blieben Datenpflege, Kontrolle und Auswertung weiterhin manuell geprägt.</a:t>
          </a:r>
          <a:endParaRPr lang="en-US" dirty="0"/>
        </a:p>
      </dgm:t>
    </dgm:pt>
    <dgm:pt modelId="{36B97CEF-93F2-4DB1-9072-245E1B32277E}" type="parTrans" cxnId="{9C49DE18-8EF1-41E6-8A43-9AFBE0E6B46D}">
      <dgm:prSet/>
      <dgm:spPr/>
      <dgm:t>
        <a:bodyPr/>
        <a:lstStyle/>
        <a:p>
          <a:endParaRPr lang="en-US"/>
        </a:p>
      </dgm:t>
    </dgm:pt>
    <dgm:pt modelId="{64824FFB-E4F1-4126-A9E1-1D8C9A1EF4BF}" type="sibTrans" cxnId="{9C49DE18-8EF1-41E6-8A43-9AFBE0E6B46D}">
      <dgm:prSet/>
      <dgm:spPr/>
      <dgm:t>
        <a:bodyPr/>
        <a:lstStyle/>
        <a:p>
          <a:endParaRPr lang="en-US"/>
        </a:p>
      </dgm:t>
    </dgm:pt>
    <dgm:pt modelId="{72B8AEDD-E887-4E32-9D00-989681F7DA59}">
      <dgm:prSet/>
      <dgm:spPr/>
      <dgm:t>
        <a:bodyPr/>
        <a:lstStyle/>
        <a:p>
          <a:r>
            <a:rPr lang="de-DE" b="1" dirty="0"/>
            <a:t>Arbeitszeitrechner 2.0:</a:t>
          </a:r>
          <a:r>
            <a:rPr lang="de-DE" dirty="0"/>
            <a:t>
Das Unternehmen befindet sich in einem technischen Wandel.
Deshalb soll die Zeiterfassung digitaler, übersichtlicher und benutzerfreundlicher werden.</a:t>
          </a:r>
          <a:endParaRPr lang="en-US" dirty="0"/>
        </a:p>
      </dgm:t>
    </dgm:pt>
    <dgm:pt modelId="{501864A9-B480-4BA1-B0F1-1465D73D9F5C}" type="parTrans" cxnId="{57A86D81-9A41-4D95-966A-1BF3B51BF2D6}">
      <dgm:prSet/>
      <dgm:spPr/>
      <dgm:t>
        <a:bodyPr/>
        <a:lstStyle/>
        <a:p>
          <a:endParaRPr lang="en-US"/>
        </a:p>
      </dgm:t>
    </dgm:pt>
    <dgm:pt modelId="{F0927D22-8E83-45B6-A57D-F522CAE8B426}" type="sibTrans" cxnId="{57A86D81-9A41-4D95-966A-1BF3B51BF2D6}">
      <dgm:prSet/>
      <dgm:spPr/>
      <dgm:t>
        <a:bodyPr/>
        <a:lstStyle/>
        <a:p>
          <a:endParaRPr lang="en-US"/>
        </a:p>
      </dgm:t>
    </dgm:pt>
    <dgm:pt modelId="{995E8F75-6580-4B73-927D-F9B1CF9574F4}" type="pres">
      <dgm:prSet presAssocID="{F661C393-6B4A-44E7-A72C-1B9496B92FCA}" presName="vert0" presStyleCnt="0">
        <dgm:presLayoutVars>
          <dgm:dir/>
          <dgm:animOne val="branch"/>
          <dgm:animLvl val="lvl"/>
        </dgm:presLayoutVars>
      </dgm:prSet>
      <dgm:spPr/>
    </dgm:pt>
    <dgm:pt modelId="{7F3BAA08-1B69-4C62-BAE7-2EA57CFB6F65}" type="pres">
      <dgm:prSet presAssocID="{A5329B13-7341-4093-B24E-BCF122348DD2}" presName="thickLine" presStyleLbl="alignNode1" presStyleIdx="0" presStyleCnt="3"/>
      <dgm:spPr/>
    </dgm:pt>
    <dgm:pt modelId="{CC9A1D73-41A4-413A-A8E1-18BAC8DA5C25}" type="pres">
      <dgm:prSet presAssocID="{A5329B13-7341-4093-B24E-BCF122348DD2}" presName="horz1" presStyleCnt="0"/>
      <dgm:spPr/>
    </dgm:pt>
    <dgm:pt modelId="{93DDF46C-1011-4045-8B2C-F267BA4BEC17}" type="pres">
      <dgm:prSet presAssocID="{A5329B13-7341-4093-B24E-BCF122348DD2}" presName="tx1" presStyleLbl="revTx" presStyleIdx="0" presStyleCnt="3"/>
      <dgm:spPr/>
    </dgm:pt>
    <dgm:pt modelId="{65288636-A6C6-42C3-A2B0-BADF875C2A6B}" type="pres">
      <dgm:prSet presAssocID="{A5329B13-7341-4093-B24E-BCF122348DD2}" presName="vert1" presStyleCnt="0"/>
      <dgm:spPr/>
    </dgm:pt>
    <dgm:pt modelId="{299DDDD3-A0FD-403F-80E8-425C37CCBABE}" type="pres">
      <dgm:prSet presAssocID="{525A1FBE-FE68-4D3C-9A0B-1CDA14BB8BF3}" presName="thickLine" presStyleLbl="alignNode1" presStyleIdx="1" presStyleCnt="3"/>
      <dgm:spPr/>
    </dgm:pt>
    <dgm:pt modelId="{8A6982B1-B738-4222-BF41-B32196057B02}" type="pres">
      <dgm:prSet presAssocID="{525A1FBE-FE68-4D3C-9A0B-1CDA14BB8BF3}" presName="horz1" presStyleCnt="0"/>
      <dgm:spPr/>
    </dgm:pt>
    <dgm:pt modelId="{54065E0B-1247-4660-B901-9FF7F3F061E3}" type="pres">
      <dgm:prSet presAssocID="{525A1FBE-FE68-4D3C-9A0B-1CDA14BB8BF3}" presName="tx1" presStyleLbl="revTx" presStyleIdx="1" presStyleCnt="3"/>
      <dgm:spPr/>
    </dgm:pt>
    <dgm:pt modelId="{15204C5E-FB6D-4349-89F5-575A1B60DF34}" type="pres">
      <dgm:prSet presAssocID="{525A1FBE-FE68-4D3C-9A0B-1CDA14BB8BF3}" presName="vert1" presStyleCnt="0"/>
      <dgm:spPr/>
    </dgm:pt>
    <dgm:pt modelId="{2033D11D-1B23-43E0-96C2-28423BD79D58}" type="pres">
      <dgm:prSet presAssocID="{72B8AEDD-E887-4E32-9D00-989681F7DA59}" presName="thickLine" presStyleLbl="alignNode1" presStyleIdx="2" presStyleCnt="3"/>
      <dgm:spPr/>
    </dgm:pt>
    <dgm:pt modelId="{4254D9B3-5762-47AD-8EC2-DE90AFAE354C}" type="pres">
      <dgm:prSet presAssocID="{72B8AEDD-E887-4E32-9D00-989681F7DA59}" presName="horz1" presStyleCnt="0"/>
      <dgm:spPr/>
    </dgm:pt>
    <dgm:pt modelId="{EE461555-9D00-4398-9588-97116ED470EC}" type="pres">
      <dgm:prSet presAssocID="{72B8AEDD-E887-4E32-9D00-989681F7DA59}" presName="tx1" presStyleLbl="revTx" presStyleIdx="2" presStyleCnt="3"/>
      <dgm:spPr/>
    </dgm:pt>
    <dgm:pt modelId="{C4CA99F7-0AF6-486D-889B-DBE26FAE086B}" type="pres">
      <dgm:prSet presAssocID="{72B8AEDD-E887-4E32-9D00-989681F7DA59}" presName="vert1" presStyleCnt="0"/>
      <dgm:spPr/>
    </dgm:pt>
  </dgm:ptLst>
  <dgm:cxnLst>
    <dgm:cxn modelId="{9C49DE18-8EF1-41E6-8A43-9AFBE0E6B46D}" srcId="{F661C393-6B4A-44E7-A72C-1B9496B92FCA}" destId="{525A1FBE-FE68-4D3C-9A0B-1CDA14BB8BF3}" srcOrd="1" destOrd="0" parTransId="{36B97CEF-93F2-4DB1-9072-245E1B32277E}" sibTransId="{64824FFB-E4F1-4126-A9E1-1D8C9A1EF4BF}"/>
    <dgm:cxn modelId="{57A86D81-9A41-4D95-966A-1BF3B51BF2D6}" srcId="{F661C393-6B4A-44E7-A72C-1B9496B92FCA}" destId="{72B8AEDD-E887-4E32-9D00-989681F7DA59}" srcOrd="2" destOrd="0" parTransId="{501864A9-B480-4BA1-B0F1-1465D73D9F5C}" sibTransId="{F0927D22-8E83-45B6-A57D-F522CAE8B426}"/>
    <dgm:cxn modelId="{86B01A93-9C0C-45F4-808E-5FB99C0EC1E0}" srcId="{F661C393-6B4A-44E7-A72C-1B9496B92FCA}" destId="{A5329B13-7341-4093-B24E-BCF122348DD2}" srcOrd="0" destOrd="0" parTransId="{F6AE32E9-3D57-42DB-92C3-8961F56EF8E7}" sibTransId="{648E5623-8BA6-45A1-912D-D82060CB970C}"/>
    <dgm:cxn modelId="{4457529D-F101-4690-9706-DF09B95977CF}" type="presOf" srcId="{72B8AEDD-E887-4E32-9D00-989681F7DA59}" destId="{EE461555-9D00-4398-9588-97116ED470EC}" srcOrd="0" destOrd="0" presId="urn:microsoft.com/office/officeart/2008/layout/LinedList"/>
    <dgm:cxn modelId="{84F1039E-0E43-4D14-8FFA-BB0D7BB393D2}" type="presOf" srcId="{A5329B13-7341-4093-B24E-BCF122348DD2}" destId="{93DDF46C-1011-4045-8B2C-F267BA4BEC17}" srcOrd="0" destOrd="0" presId="urn:microsoft.com/office/officeart/2008/layout/LinedList"/>
    <dgm:cxn modelId="{D669C5C7-5A05-4280-856B-0949B4C2CBA5}" type="presOf" srcId="{525A1FBE-FE68-4D3C-9A0B-1CDA14BB8BF3}" destId="{54065E0B-1247-4660-B901-9FF7F3F061E3}" srcOrd="0" destOrd="0" presId="urn:microsoft.com/office/officeart/2008/layout/LinedList"/>
    <dgm:cxn modelId="{EB65F5FC-6FDE-4AF7-9362-2DFE329C2E8D}" type="presOf" srcId="{F661C393-6B4A-44E7-A72C-1B9496B92FCA}" destId="{995E8F75-6580-4B73-927D-F9B1CF9574F4}" srcOrd="0" destOrd="0" presId="urn:microsoft.com/office/officeart/2008/layout/LinedList"/>
    <dgm:cxn modelId="{DE4A4AA6-94EE-456B-9E5F-FC349715D4CC}" type="presParOf" srcId="{995E8F75-6580-4B73-927D-F9B1CF9574F4}" destId="{7F3BAA08-1B69-4C62-BAE7-2EA57CFB6F65}" srcOrd="0" destOrd="0" presId="urn:microsoft.com/office/officeart/2008/layout/LinedList"/>
    <dgm:cxn modelId="{78578DCD-3B8E-49B8-B16D-0D871D09076B}" type="presParOf" srcId="{995E8F75-6580-4B73-927D-F9B1CF9574F4}" destId="{CC9A1D73-41A4-413A-A8E1-18BAC8DA5C25}" srcOrd="1" destOrd="0" presId="urn:microsoft.com/office/officeart/2008/layout/LinedList"/>
    <dgm:cxn modelId="{0ECCB898-F7FE-42FE-A85B-F7C3A885F776}" type="presParOf" srcId="{CC9A1D73-41A4-413A-A8E1-18BAC8DA5C25}" destId="{93DDF46C-1011-4045-8B2C-F267BA4BEC17}" srcOrd="0" destOrd="0" presId="urn:microsoft.com/office/officeart/2008/layout/LinedList"/>
    <dgm:cxn modelId="{A24B198B-B67E-465C-B6D5-B489417E9964}" type="presParOf" srcId="{CC9A1D73-41A4-413A-A8E1-18BAC8DA5C25}" destId="{65288636-A6C6-42C3-A2B0-BADF875C2A6B}" srcOrd="1" destOrd="0" presId="urn:microsoft.com/office/officeart/2008/layout/LinedList"/>
    <dgm:cxn modelId="{7951BC30-36C0-426A-8786-9DC40963ADD9}" type="presParOf" srcId="{995E8F75-6580-4B73-927D-F9B1CF9574F4}" destId="{299DDDD3-A0FD-403F-80E8-425C37CCBABE}" srcOrd="2" destOrd="0" presId="urn:microsoft.com/office/officeart/2008/layout/LinedList"/>
    <dgm:cxn modelId="{0D87673B-99EB-4C35-9F77-BAA2099288BC}" type="presParOf" srcId="{995E8F75-6580-4B73-927D-F9B1CF9574F4}" destId="{8A6982B1-B738-4222-BF41-B32196057B02}" srcOrd="3" destOrd="0" presId="urn:microsoft.com/office/officeart/2008/layout/LinedList"/>
    <dgm:cxn modelId="{84107561-97AB-4DC2-A9E3-17B8610819E1}" type="presParOf" srcId="{8A6982B1-B738-4222-BF41-B32196057B02}" destId="{54065E0B-1247-4660-B901-9FF7F3F061E3}" srcOrd="0" destOrd="0" presId="urn:microsoft.com/office/officeart/2008/layout/LinedList"/>
    <dgm:cxn modelId="{ADA8390D-39E8-47A2-90DC-44A16ED33338}" type="presParOf" srcId="{8A6982B1-B738-4222-BF41-B32196057B02}" destId="{15204C5E-FB6D-4349-89F5-575A1B60DF34}" srcOrd="1" destOrd="0" presId="urn:microsoft.com/office/officeart/2008/layout/LinedList"/>
    <dgm:cxn modelId="{23AD0069-2DD7-4EC9-8934-93B62CF53385}" type="presParOf" srcId="{995E8F75-6580-4B73-927D-F9B1CF9574F4}" destId="{2033D11D-1B23-43E0-96C2-28423BD79D58}" srcOrd="4" destOrd="0" presId="urn:microsoft.com/office/officeart/2008/layout/LinedList"/>
    <dgm:cxn modelId="{D0B2F211-AA3D-4154-A69B-64C009EF0FB1}" type="presParOf" srcId="{995E8F75-6580-4B73-927D-F9B1CF9574F4}" destId="{4254D9B3-5762-47AD-8EC2-DE90AFAE354C}" srcOrd="5" destOrd="0" presId="urn:microsoft.com/office/officeart/2008/layout/LinedList"/>
    <dgm:cxn modelId="{EDBC3FB4-CC7E-432D-AC10-E372ABC89849}" type="presParOf" srcId="{4254D9B3-5762-47AD-8EC2-DE90AFAE354C}" destId="{EE461555-9D00-4398-9588-97116ED470EC}" srcOrd="0" destOrd="0" presId="urn:microsoft.com/office/officeart/2008/layout/LinedList"/>
    <dgm:cxn modelId="{337F7437-BEA3-4E48-9637-8FAD9C9C8EE1}" type="presParOf" srcId="{4254D9B3-5762-47AD-8EC2-DE90AFAE354C}" destId="{C4CA99F7-0AF6-486D-889B-DBE26FAE086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0EE93A4-D545-43CF-BD4F-FA517348AA51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45666D26-517F-4874-9496-17CF0A86B075}">
      <dgm:prSet/>
      <dgm:spPr/>
      <dgm:t>
        <a:bodyPr/>
        <a:lstStyle/>
        <a:p>
          <a:r>
            <a:rPr lang="de-CH" dirty="0"/>
            <a:t>Arbeitsteilung nach MVC-Pattern</a:t>
          </a:r>
          <a:endParaRPr lang="en-US" dirty="0"/>
        </a:p>
      </dgm:t>
    </dgm:pt>
    <dgm:pt modelId="{14A88E4A-433A-48C9-80AF-8D6E6771C99A}" type="parTrans" cxnId="{ECDE71F3-CE76-40D5-8BE0-1D8318B8B8FA}">
      <dgm:prSet/>
      <dgm:spPr/>
      <dgm:t>
        <a:bodyPr/>
        <a:lstStyle/>
        <a:p>
          <a:endParaRPr lang="en-US"/>
        </a:p>
      </dgm:t>
    </dgm:pt>
    <dgm:pt modelId="{2EF16552-3F06-4504-A476-D0FA7CCC0B4C}" type="sibTrans" cxnId="{ECDE71F3-CE76-40D5-8BE0-1D8318B8B8FA}">
      <dgm:prSet phldrT="1"/>
      <dgm:spPr/>
      <dgm:t>
        <a:bodyPr/>
        <a:lstStyle/>
        <a:p>
          <a:r>
            <a:rPr lang="en-US"/>
            <a:t>1</a:t>
          </a:r>
        </a:p>
      </dgm:t>
    </dgm:pt>
    <dgm:pt modelId="{C0F4926D-2B4A-4A84-8CE5-AC611840BE33}">
      <dgm:prSet/>
      <dgm:spPr/>
      <dgm:t>
        <a:bodyPr/>
        <a:lstStyle/>
        <a:p>
          <a:r>
            <a:rPr lang="de-CH" dirty="0"/>
            <a:t>Highlights - Bugs / </a:t>
          </a:r>
          <a:r>
            <a:rPr lang="de-CH" dirty="0" err="1"/>
            <a:t>Issues</a:t>
          </a:r>
          <a:r>
            <a:rPr lang="de-CH" dirty="0"/>
            <a:t> bei Projektführung</a:t>
          </a:r>
          <a:endParaRPr lang="en-US" dirty="0"/>
        </a:p>
      </dgm:t>
    </dgm:pt>
    <dgm:pt modelId="{65E1006D-0050-46CB-ADD2-D18BCFDB6FE7}" type="parTrans" cxnId="{79A64CE6-7351-4D88-9DDE-FB2F4B0687D5}">
      <dgm:prSet/>
      <dgm:spPr/>
      <dgm:t>
        <a:bodyPr/>
        <a:lstStyle/>
        <a:p>
          <a:endParaRPr lang="en-US"/>
        </a:p>
      </dgm:t>
    </dgm:pt>
    <dgm:pt modelId="{F0289AA7-BBE2-416C-87D5-E7C5186739E4}" type="sibTrans" cxnId="{79A64CE6-7351-4D88-9DDE-FB2F4B0687D5}">
      <dgm:prSet phldrT="2"/>
      <dgm:spPr/>
      <dgm:t>
        <a:bodyPr/>
        <a:lstStyle/>
        <a:p>
          <a:r>
            <a:rPr lang="en-US"/>
            <a:t>2</a:t>
          </a:r>
        </a:p>
      </dgm:t>
    </dgm:pt>
    <dgm:pt modelId="{E1647A64-E87C-4ACA-9029-C2EC6AE93A47}">
      <dgm:prSet/>
      <dgm:spPr/>
      <dgm:t>
        <a:bodyPr/>
        <a:lstStyle/>
        <a:p>
          <a:r>
            <a:rPr lang="en-US" dirty="0" err="1"/>
            <a:t>Verwendung</a:t>
          </a:r>
          <a:r>
            <a:rPr lang="en-US" dirty="0"/>
            <a:t> von Agents</a:t>
          </a:r>
        </a:p>
      </dgm:t>
    </dgm:pt>
    <dgm:pt modelId="{9B4A5A94-F20E-4840-8F5B-A783A4C1682C}" type="parTrans" cxnId="{6C5CD9EE-51BD-4582-8107-858A816ADFCA}">
      <dgm:prSet/>
      <dgm:spPr/>
      <dgm:t>
        <a:bodyPr/>
        <a:lstStyle/>
        <a:p>
          <a:endParaRPr lang="en-US"/>
        </a:p>
      </dgm:t>
    </dgm:pt>
    <dgm:pt modelId="{854171E0-567B-45E5-ABD4-848A164E655A}" type="sibTrans" cxnId="{6C5CD9EE-51BD-4582-8107-858A816ADFCA}">
      <dgm:prSet phldrT="3"/>
      <dgm:spPr/>
      <dgm:t>
        <a:bodyPr/>
        <a:lstStyle/>
        <a:p>
          <a:r>
            <a:rPr lang="en-US"/>
            <a:t>3</a:t>
          </a:r>
        </a:p>
      </dgm:t>
    </dgm:pt>
    <dgm:pt modelId="{22F4926C-24D1-48EC-8137-06A42B0B2A58}" type="pres">
      <dgm:prSet presAssocID="{C0EE93A4-D545-43CF-BD4F-FA517348AA51}" presName="Name0" presStyleCnt="0">
        <dgm:presLayoutVars>
          <dgm:animLvl val="lvl"/>
          <dgm:resizeHandles val="exact"/>
        </dgm:presLayoutVars>
      </dgm:prSet>
      <dgm:spPr/>
    </dgm:pt>
    <dgm:pt modelId="{1CB0E198-E4D2-46E1-96F8-D9D9E2512A32}" type="pres">
      <dgm:prSet presAssocID="{45666D26-517F-4874-9496-17CF0A86B075}" presName="compositeNode" presStyleCnt="0">
        <dgm:presLayoutVars>
          <dgm:bulletEnabled val="1"/>
        </dgm:presLayoutVars>
      </dgm:prSet>
      <dgm:spPr/>
    </dgm:pt>
    <dgm:pt modelId="{6F6DED50-EAF8-442D-B4F3-7677F722651B}" type="pres">
      <dgm:prSet presAssocID="{45666D26-517F-4874-9496-17CF0A86B075}" presName="bgRect" presStyleLbl="bgAccFollowNode1" presStyleIdx="0" presStyleCnt="3"/>
      <dgm:spPr/>
    </dgm:pt>
    <dgm:pt modelId="{70F8AC21-DC6C-4A0F-86B2-79443D0262C1}" type="pres">
      <dgm:prSet presAssocID="{2EF16552-3F06-4504-A476-D0FA7CCC0B4C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BA47373B-D26E-4828-80E3-C41601008102}" type="pres">
      <dgm:prSet presAssocID="{45666D26-517F-4874-9496-17CF0A86B075}" presName="bottomLine" presStyleLbl="alignNode1" presStyleIdx="1" presStyleCnt="6">
        <dgm:presLayoutVars/>
      </dgm:prSet>
      <dgm:spPr/>
    </dgm:pt>
    <dgm:pt modelId="{45E33B6E-D098-4F4C-A74F-654E9C36DA1F}" type="pres">
      <dgm:prSet presAssocID="{45666D26-517F-4874-9496-17CF0A86B075}" presName="nodeText" presStyleLbl="bgAccFollowNode1" presStyleIdx="0" presStyleCnt="3">
        <dgm:presLayoutVars>
          <dgm:bulletEnabled val="1"/>
        </dgm:presLayoutVars>
      </dgm:prSet>
      <dgm:spPr/>
    </dgm:pt>
    <dgm:pt modelId="{79E8AB9C-3BC0-4F63-B0BC-BD00E0D5D255}" type="pres">
      <dgm:prSet presAssocID="{2EF16552-3F06-4504-A476-D0FA7CCC0B4C}" presName="sibTrans" presStyleCnt="0"/>
      <dgm:spPr/>
    </dgm:pt>
    <dgm:pt modelId="{1B10B2AF-2885-454E-9F27-97E28DD18134}" type="pres">
      <dgm:prSet presAssocID="{C0F4926D-2B4A-4A84-8CE5-AC611840BE33}" presName="compositeNode" presStyleCnt="0">
        <dgm:presLayoutVars>
          <dgm:bulletEnabled val="1"/>
        </dgm:presLayoutVars>
      </dgm:prSet>
      <dgm:spPr/>
    </dgm:pt>
    <dgm:pt modelId="{FD4CDA60-0E66-4353-8993-74E015C185F6}" type="pres">
      <dgm:prSet presAssocID="{C0F4926D-2B4A-4A84-8CE5-AC611840BE33}" presName="bgRect" presStyleLbl="bgAccFollowNode1" presStyleIdx="1" presStyleCnt="3"/>
      <dgm:spPr/>
    </dgm:pt>
    <dgm:pt modelId="{149DDF1F-0705-4B0E-857D-C0CA8D437879}" type="pres">
      <dgm:prSet presAssocID="{F0289AA7-BBE2-416C-87D5-E7C5186739E4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F2CD6D15-BCAA-48CF-8DF3-72EA7F5ABC7E}" type="pres">
      <dgm:prSet presAssocID="{C0F4926D-2B4A-4A84-8CE5-AC611840BE33}" presName="bottomLine" presStyleLbl="alignNode1" presStyleIdx="3" presStyleCnt="6">
        <dgm:presLayoutVars/>
      </dgm:prSet>
      <dgm:spPr/>
    </dgm:pt>
    <dgm:pt modelId="{8749A6FC-4B9D-469E-963D-601D27BBDD34}" type="pres">
      <dgm:prSet presAssocID="{C0F4926D-2B4A-4A84-8CE5-AC611840BE33}" presName="nodeText" presStyleLbl="bgAccFollowNode1" presStyleIdx="1" presStyleCnt="3">
        <dgm:presLayoutVars>
          <dgm:bulletEnabled val="1"/>
        </dgm:presLayoutVars>
      </dgm:prSet>
      <dgm:spPr/>
    </dgm:pt>
    <dgm:pt modelId="{E6B66045-4686-4EF1-8CCA-814926870666}" type="pres">
      <dgm:prSet presAssocID="{F0289AA7-BBE2-416C-87D5-E7C5186739E4}" presName="sibTrans" presStyleCnt="0"/>
      <dgm:spPr/>
    </dgm:pt>
    <dgm:pt modelId="{A2D797EA-DD78-4A58-B716-A7ADD4ADAB53}" type="pres">
      <dgm:prSet presAssocID="{E1647A64-E87C-4ACA-9029-C2EC6AE93A47}" presName="compositeNode" presStyleCnt="0">
        <dgm:presLayoutVars>
          <dgm:bulletEnabled val="1"/>
        </dgm:presLayoutVars>
      </dgm:prSet>
      <dgm:spPr/>
    </dgm:pt>
    <dgm:pt modelId="{C041B599-8CDA-4558-97C5-0BE9B63F01D5}" type="pres">
      <dgm:prSet presAssocID="{E1647A64-E87C-4ACA-9029-C2EC6AE93A47}" presName="bgRect" presStyleLbl="bgAccFollowNode1" presStyleIdx="2" presStyleCnt="3"/>
      <dgm:spPr/>
    </dgm:pt>
    <dgm:pt modelId="{FD5D30A2-28BB-4F92-98BC-21DE52B07AD7}" type="pres">
      <dgm:prSet presAssocID="{854171E0-567B-45E5-ABD4-848A164E655A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54FAD181-BCE2-4167-B306-858CC68C6652}" type="pres">
      <dgm:prSet presAssocID="{E1647A64-E87C-4ACA-9029-C2EC6AE93A47}" presName="bottomLine" presStyleLbl="alignNode1" presStyleIdx="5" presStyleCnt="6">
        <dgm:presLayoutVars/>
      </dgm:prSet>
      <dgm:spPr/>
    </dgm:pt>
    <dgm:pt modelId="{9ACB2711-65C6-47C2-B57F-C7A5CFA00485}" type="pres">
      <dgm:prSet presAssocID="{E1647A64-E87C-4ACA-9029-C2EC6AE93A47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E3828101-8FBE-4902-A8DD-A1045B3255D1}" type="presOf" srcId="{45666D26-517F-4874-9496-17CF0A86B075}" destId="{6F6DED50-EAF8-442D-B4F3-7677F722651B}" srcOrd="0" destOrd="0" presId="urn:microsoft.com/office/officeart/2016/7/layout/BasicLinearProcessNumbered"/>
    <dgm:cxn modelId="{68F06406-9C0F-406E-A441-3E0548A444A2}" type="presOf" srcId="{45666D26-517F-4874-9496-17CF0A86B075}" destId="{45E33B6E-D098-4F4C-A74F-654E9C36DA1F}" srcOrd="1" destOrd="0" presId="urn:microsoft.com/office/officeart/2016/7/layout/BasicLinearProcessNumbered"/>
    <dgm:cxn modelId="{0C8E0524-90A5-4804-BFAB-07038A12E286}" type="presOf" srcId="{C0F4926D-2B4A-4A84-8CE5-AC611840BE33}" destId="{8749A6FC-4B9D-469E-963D-601D27BBDD34}" srcOrd="1" destOrd="0" presId="urn:microsoft.com/office/officeart/2016/7/layout/BasicLinearProcessNumbered"/>
    <dgm:cxn modelId="{D860C533-8D03-4478-B8DD-A3D144C6A37E}" type="presOf" srcId="{854171E0-567B-45E5-ABD4-848A164E655A}" destId="{FD5D30A2-28BB-4F92-98BC-21DE52B07AD7}" srcOrd="0" destOrd="0" presId="urn:microsoft.com/office/officeart/2016/7/layout/BasicLinearProcessNumbered"/>
    <dgm:cxn modelId="{A2B3AD68-ACCF-446A-B5F4-04D0516245ED}" type="presOf" srcId="{C0EE93A4-D545-43CF-BD4F-FA517348AA51}" destId="{22F4926C-24D1-48EC-8137-06A42B0B2A58}" srcOrd="0" destOrd="0" presId="urn:microsoft.com/office/officeart/2016/7/layout/BasicLinearProcessNumbered"/>
    <dgm:cxn modelId="{640FC375-C5DC-41D9-9E97-0FBC4B0F37D4}" type="presOf" srcId="{F0289AA7-BBE2-416C-87D5-E7C5186739E4}" destId="{149DDF1F-0705-4B0E-857D-C0CA8D437879}" srcOrd="0" destOrd="0" presId="urn:microsoft.com/office/officeart/2016/7/layout/BasicLinearProcessNumbered"/>
    <dgm:cxn modelId="{3523B389-ADE4-41BA-ABF3-6FFDB0C1DB55}" type="presOf" srcId="{2EF16552-3F06-4504-A476-D0FA7CCC0B4C}" destId="{70F8AC21-DC6C-4A0F-86B2-79443D0262C1}" srcOrd="0" destOrd="0" presId="urn:microsoft.com/office/officeart/2016/7/layout/BasicLinearProcessNumbered"/>
    <dgm:cxn modelId="{061B07AE-D1EF-4AA4-B8D5-46504FF8DAD6}" type="presOf" srcId="{E1647A64-E87C-4ACA-9029-C2EC6AE93A47}" destId="{9ACB2711-65C6-47C2-B57F-C7A5CFA00485}" srcOrd="1" destOrd="0" presId="urn:microsoft.com/office/officeart/2016/7/layout/BasicLinearProcessNumbered"/>
    <dgm:cxn modelId="{A38A05E3-EBEE-4A94-8FB7-ED803A2D8A70}" type="presOf" srcId="{C0F4926D-2B4A-4A84-8CE5-AC611840BE33}" destId="{FD4CDA60-0E66-4353-8993-74E015C185F6}" srcOrd="0" destOrd="0" presId="urn:microsoft.com/office/officeart/2016/7/layout/BasicLinearProcessNumbered"/>
    <dgm:cxn modelId="{79A64CE6-7351-4D88-9DDE-FB2F4B0687D5}" srcId="{C0EE93A4-D545-43CF-BD4F-FA517348AA51}" destId="{C0F4926D-2B4A-4A84-8CE5-AC611840BE33}" srcOrd="1" destOrd="0" parTransId="{65E1006D-0050-46CB-ADD2-D18BCFDB6FE7}" sibTransId="{F0289AA7-BBE2-416C-87D5-E7C5186739E4}"/>
    <dgm:cxn modelId="{6C5CD9EE-51BD-4582-8107-858A816ADFCA}" srcId="{C0EE93A4-D545-43CF-BD4F-FA517348AA51}" destId="{E1647A64-E87C-4ACA-9029-C2EC6AE93A47}" srcOrd="2" destOrd="0" parTransId="{9B4A5A94-F20E-4840-8F5B-A783A4C1682C}" sibTransId="{854171E0-567B-45E5-ABD4-848A164E655A}"/>
    <dgm:cxn modelId="{BC9BA8F2-05D3-411E-BCBE-EA028E531B46}" type="presOf" srcId="{E1647A64-E87C-4ACA-9029-C2EC6AE93A47}" destId="{C041B599-8CDA-4558-97C5-0BE9B63F01D5}" srcOrd="0" destOrd="0" presId="urn:microsoft.com/office/officeart/2016/7/layout/BasicLinearProcessNumbered"/>
    <dgm:cxn modelId="{ECDE71F3-CE76-40D5-8BE0-1D8318B8B8FA}" srcId="{C0EE93A4-D545-43CF-BD4F-FA517348AA51}" destId="{45666D26-517F-4874-9496-17CF0A86B075}" srcOrd="0" destOrd="0" parTransId="{14A88E4A-433A-48C9-80AF-8D6E6771C99A}" sibTransId="{2EF16552-3F06-4504-A476-D0FA7CCC0B4C}"/>
    <dgm:cxn modelId="{46F905E3-AC6B-4DF3-93B9-159AA0EB508D}" type="presParOf" srcId="{22F4926C-24D1-48EC-8137-06A42B0B2A58}" destId="{1CB0E198-E4D2-46E1-96F8-D9D9E2512A32}" srcOrd="0" destOrd="0" presId="urn:microsoft.com/office/officeart/2016/7/layout/BasicLinearProcessNumbered"/>
    <dgm:cxn modelId="{58DE4D37-F1CC-4A5B-B454-F1373937AF04}" type="presParOf" srcId="{1CB0E198-E4D2-46E1-96F8-D9D9E2512A32}" destId="{6F6DED50-EAF8-442D-B4F3-7677F722651B}" srcOrd="0" destOrd="0" presId="urn:microsoft.com/office/officeart/2016/7/layout/BasicLinearProcessNumbered"/>
    <dgm:cxn modelId="{9E68FD44-D958-4B9E-9388-BB0500500CB1}" type="presParOf" srcId="{1CB0E198-E4D2-46E1-96F8-D9D9E2512A32}" destId="{70F8AC21-DC6C-4A0F-86B2-79443D0262C1}" srcOrd="1" destOrd="0" presId="urn:microsoft.com/office/officeart/2016/7/layout/BasicLinearProcessNumbered"/>
    <dgm:cxn modelId="{068E8F74-F4F8-4C7D-9AD4-BBBD82C673D3}" type="presParOf" srcId="{1CB0E198-E4D2-46E1-96F8-D9D9E2512A32}" destId="{BA47373B-D26E-4828-80E3-C41601008102}" srcOrd="2" destOrd="0" presId="urn:microsoft.com/office/officeart/2016/7/layout/BasicLinearProcessNumbered"/>
    <dgm:cxn modelId="{0211AEB0-29C2-47D7-9966-C3CA006BEAFF}" type="presParOf" srcId="{1CB0E198-E4D2-46E1-96F8-D9D9E2512A32}" destId="{45E33B6E-D098-4F4C-A74F-654E9C36DA1F}" srcOrd="3" destOrd="0" presId="urn:microsoft.com/office/officeart/2016/7/layout/BasicLinearProcessNumbered"/>
    <dgm:cxn modelId="{07B1E35C-2DFD-4B54-A521-063B212D70AB}" type="presParOf" srcId="{22F4926C-24D1-48EC-8137-06A42B0B2A58}" destId="{79E8AB9C-3BC0-4F63-B0BC-BD00E0D5D255}" srcOrd="1" destOrd="0" presId="urn:microsoft.com/office/officeart/2016/7/layout/BasicLinearProcessNumbered"/>
    <dgm:cxn modelId="{886208BA-C563-41A3-9C95-9E265FC7426E}" type="presParOf" srcId="{22F4926C-24D1-48EC-8137-06A42B0B2A58}" destId="{1B10B2AF-2885-454E-9F27-97E28DD18134}" srcOrd="2" destOrd="0" presId="urn:microsoft.com/office/officeart/2016/7/layout/BasicLinearProcessNumbered"/>
    <dgm:cxn modelId="{BF87B95B-E19A-45E1-BD3F-E2DA4F851249}" type="presParOf" srcId="{1B10B2AF-2885-454E-9F27-97E28DD18134}" destId="{FD4CDA60-0E66-4353-8993-74E015C185F6}" srcOrd="0" destOrd="0" presId="urn:microsoft.com/office/officeart/2016/7/layout/BasicLinearProcessNumbered"/>
    <dgm:cxn modelId="{DC0A6B3E-1B1B-44AC-ADC7-F8ABC9BD536F}" type="presParOf" srcId="{1B10B2AF-2885-454E-9F27-97E28DD18134}" destId="{149DDF1F-0705-4B0E-857D-C0CA8D437879}" srcOrd="1" destOrd="0" presId="urn:microsoft.com/office/officeart/2016/7/layout/BasicLinearProcessNumbered"/>
    <dgm:cxn modelId="{916C1F2D-BC5C-4BD7-93B3-EDA1A0E67423}" type="presParOf" srcId="{1B10B2AF-2885-454E-9F27-97E28DD18134}" destId="{F2CD6D15-BCAA-48CF-8DF3-72EA7F5ABC7E}" srcOrd="2" destOrd="0" presId="urn:microsoft.com/office/officeart/2016/7/layout/BasicLinearProcessNumbered"/>
    <dgm:cxn modelId="{23FF1EB8-5E4D-4BDD-BD70-05DDB2E13FC9}" type="presParOf" srcId="{1B10B2AF-2885-454E-9F27-97E28DD18134}" destId="{8749A6FC-4B9D-469E-963D-601D27BBDD34}" srcOrd="3" destOrd="0" presId="urn:microsoft.com/office/officeart/2016/7/layout/BasicLinearProcessNumbered"/>
    <dgm:cxn modelId="{2A0BF452-56C1-41D3-A578-86E6AB25035B}" type="presParOf" srcId="{22F4926C-24D1-48EC-8137-06A42B0B2A58}" destId="{E6B66045-4686-4EF1-8CCA-814926870666}" srcOrd="3" destOrd="0" presId="urn:microsoft.com/office/officeart/2016/7/layout/BasicLinearProcessNumbered"/>
    <dgm:cxn modelId="{D5F0AAA7-96A1-49E9-9DCA-E72F2A8C8DA4}" type="presParOf" srcId="{22F4926C-24D1-48EC-8137-06A42B0B2A58}" destId="{A2D797EA-DD78-4A58-B716-A7ADD4ADAB53}" srcOrd="4" destOrd="0" presId="urn:microsoft.com/office/officeart/2016/7/layout/BasicLinearProcessNumbered"/>
    <dgm:cxn modelId="{7A1B1882-C16D-4B57-A16F-446C2352A557}" type="presParOf" srcId="{A2D797EA-DD78-4A58-B716-A7ADD4ADAB53}" destId="{C041B599-8CDA-4558-97C5-0BE9B63F01D5}" srcOrd="0" destOrd="0" presId="urn:microsoft.com/office/officeart/2016/7/layout/BasicLinearProcessNumbered"/>
    <dgm:cxn modelId="{C56F8597-6D20-4304-BBA1-CEFF5F0694D7}" type="presParOf" srcId="{A2D797EA-DD78-4A58-B716-A7ADD4ADAB53}" destId="{FD5D30A2-28BB-4F92-98BC-21DE52B07AD7}" srcOrd="1" destOrd="0" presId="urn:microsoft.com/office/officeart/2016/7/layout/BasicLinearProcessNumbered"/>
    <dgm:cxn modelId="{09E064F2-1FF6-4C70-9433-11DA54D4BF85}" type="presParOf" srcId="{A2D797EA-DD78-4A58-B716-A7ADD4ADAB53}" destId="{54FAD181-BCE2-4167-B306-858CC68C6652}" srcOrd="2" destOrd="0" presId="urn:microsoft.com/office/officeart/2016/7/layout/BasicLinearProcessNumbered"/>
    <dgm:cxn modelId="{0E06AE89-F345-49B2-9D98-447E10750167}" type="presParOf" srcId="{A2D797EA-DD78-4A58-B716-A7ADD4ADAB53}" destId="{9ACB2711-65C6-47C2-B57F-C7A5CFA00485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233BE96-97D6-43F4-85DD-DFD07FB814A4}">
      <dsp:nvSpPr>
        <dsp:cNvPr id="0" name=""/>
        <dsp:cNvSpPr/>
      </dsp:nvSpPr>
      <dsp:spPr>
        <a:xfrm>
          <a:off x="0" y="187378"/>
          <a:ext cx="1489359" cy="89361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200" kern="1200"/>
            <a:t>Themawahl</a:t>
          </a:r>
          <a:endParaRPr lang="en-US" sz="1200" kern="1200"/>
        </a:p>
      </dsp:txBody>
      <dsp:txXfrm>
        <a:off x="0" y="187378"/>
        <a:ext cx="1489359" cy="893615"/>
      </dsp:txXfrm>
    </dsp:sp>
    <dsp:sp modelId="{6D572393-517E-4177-A9C5-FFBD037EA216}">
      <dsp:nvSpPr>
        <dsp:cNvPr id="0" name=""/>
        <dsp:cNvSpPr/>
      </dsp:nvSpPr>
      <dsp:spPr>
        <a:xfrm>
          <a:off x="1638294" y="187378"/>
          <a:ext cx="1489359" cy="89361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200" kern="1200" dirty="0"/>
            <a:t>Problemstellung</a:t>
          </a:r>
          <a:endParaRPr lang="en-US" sz="1200" kern="1200" dirty="0"/>
        </a:p>
      </dsp:txBody>
      <dsp:txXfrm>
        <a:off x="1638294" y="187378"/>
        <a:ext cx="1489359" cy="893615"/>
      </dsp:txXfrm>
    </dsp:sp>
    <dsp:sp modelId="{FBD6B95D-DBA3-471A-B11B-F98CB473DCD1}">
      <dsp:nvSpPr>
        <dsp:cNvPr id="0" name=""/>
        <dsp:cNvSpPr/>
      </dsp:nvSpPr>
      <dsp:spPr>
        <a:xfrm>
          <a:off x="3276589" y="187378"/>
          <a:ext cx="1489359" cy="89361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200" kern="1200"/>
            <a:t>User Stories</a:t>
          </a:r>
          <a:endParaRPr lang="en-US" sz="1200" kern="1200"/>
        </a:p>
      </dsp:txBody>
      <dsp:txXfrm>
        <a:off x="3276589" y="187378"/>
        <a:ext cx="1489359" cy="893615"/>
      </dsp:txXfrm>
    </dsp:sp>
    <dsp:sp modelId="{87FAC60B-21E9-45DC-A9AC-D435EFF06634}">
      <dsp:nvSpPr>
        <dsp:cNvPr id="0" name=""/>
        <dsp:cNvSpPr/>
      </dsp:nvSpPr>
      <dsp:spPr>
        <a:xfrm>
          <a:off x="0" y="1229930"/>
          <a:ext cx="1489359" cy="89361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200" kern="1200" dirty="0"/>
            <a:t>Projektfunktionen</a:t>
          </a:r>
        </a:p>
      </dsp:txBody>
      <dsp:txXfrm>
        <a:off x="0" y="1229930"/>
        <a:ext cx="1489359" cy="893615"/>
      </dsp:txXfrm>
    </dsp:sp>
    <dsp:sp modelId="{95853E69-3BCD-47FA-AFB2-55386A0A9990}">
      <dsp:nvSpPr>
        <dsp:cNvPr id="0" name=""/>
        <dsp:cNvSpPr/>
      </dsp:nvSpPr>
      <dsp:spPr>
        <a:xfrm>
          <a:off x="1638294" y="1229930"/>
          <a:ext cx="1489359" cy="89361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200" kern="1200"/>
            <a:t>Projektmanagement</a:t>
          </a:r>
          <a:endParaRPr lang="en-US" sz="1200" kern="1200"/>
        </a:p>
      </dsp:txBody>
      <dsp:txXfrm>
        <a:off x="1638294" y="1229930"/>
        <a:ext cx="1489359" cy="893615"/>
      </dsp:txXfrm>
    </dsp:sp>
    <dsp:sp modelId="{27D863A9-3EB0-45D9-ACCD-DB51327C150F}">
      <dsp:nvSpPr>
        <dsp:cNvPr id="0" name=""/>
        <dsp:cNvSpPr/>
      </dsp:nvSpPr>
      <dsp:spPr>
        <a:xfrm>
          <a:off x="3276589" y="1229930"/>
          <a:ext cx="1489359" cy="89361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200" kern="1200"/>
            <a:t>Live Demo</a:t>
          </a:r>
          <a:endParaRPr lang="en-US" sz="1200" kern="1200"/>
        </a:p>
      </dsp:txBody>
      <dsp:txXfrm>
        <a:off x="3276589" y="1229930"/>
        <a:ext cx="1489359" cy="893615"/>
      </dsp:txXfrm>
    </dsp:sp>
    <dsp:sp modelId="{5B02B8CC-9B65-471C-86F7-B2D185C39088}">
      <dsp:nvSpPr>
        <dsp:cNvPr id="0" name=""/>
        <dsp:cNvSpPr/>
      </dsp:nvSpPr>
      <dsp:spPr>
        <a:xfrm>
          <a:off x="1638294" y="2272481"/>
          <a:ext cx="1489359" cy="89361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200" kern="1200"/>
            <a:t>Q &amp; A</a:t>
          </a:r>
          <a:endParaRPr lang="en-US" sz="1200" kern="1200"/>
        </a:p>
      </dsp:txBody>
      <dsp:txXfrm>
        <a:off x="1638294" y="2272481"/>
        <a:ext cx="1489359" cy="89361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3BAA08-1B69-4C62-BAE7-2EA57CFB6F65}">
      <dsp:nvSpPr>
        <dsp:cNvPr id="0" name=""/>
        <dsp:cNvSpPr/>
      </dsp:nvSpPr>
      <dsp:spPr>
        <a:xfrm>
          <a:off x="0" y="2124"/>
          <a:ext cx="10515600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93DDF46C-1011-4045-8B2C-F267BA4BEC17}">
      <dsp:nvSpPr>
        <dsp:cNvPr id="0" name=""/>
        <dsp:cNvSpPr/>
      </dsp:nvSpPr>
      <dsp:spPr>
        <a:xfrm>
          <a:off x="0" y="2124"/>
          <a:ext cx="10515600" cy="1449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kern="1200" dirty="0"/>
            <a:t>Früher:
Mitarbeitende trugen ihre gestempelten Zeiten in eine Datei ein.
Der Vorgesetzte musste diese Daten manuell kontrollieren und berechnen.</a:t>
          </a:r>
          <a:endParaRPr lang="en-US" sz="2100" kern="1200" dirty="0"/>
        </a:p>
      </dsp:txBody>
      <dsp:txXfrm>
        <a:off x="0" y="2124"/>
        <a:ext cx="10515600" cy="1449029"/>
      </dsp:txXfrm>
    </dsp:sp>
    <dsp:sp modelId="{299DDDD3-A0FD-403F-80E8-425C37CCBABE}">
      <dsp:nvSpPr>
        <dsp:cNvPr id="0" name=""/>
        <dsp:cNvSpPr/>
      </dsp:nvSpPr>
      <dsp:spPr>
        <a:xfrm>
          <a:off x="0" y="1451154"/>
          <a:ext cx="10515600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54065E0B-1247-4660-B901-9FF7F3F061E3}">
      <dsp:nvSpPr>
        <dsp:cNvPr id="0" name=""/>
        <dsp:cNvSpPr/>
      </dsp:nvSpPr>
      <dsp:spPr>
        <a:xfrm>
          <a:off x="0" y="1451154"/>
          <a:ext cx="10515600" cy="1449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kern="1200" dirty="0"/>
            <a:t>Arbeitszeitrechner 1.0:
Die Datei konnte eingelesen werden und erzeugte automatisch eine Übersicht.
Trotzdem blieben Datenpflege, Kontrolle und Auswertung weiterhin manuell geprägt.</a:t>
          </a:r>
          <a:endParaRPr lang="en-US" sz="2100" kern="1200" dirty="0"/>
        </a:p>
      </dsp:txBody>
      <dsp:txXfrm>
        <a:off x="0" y="1451154"/>
        <a:ext cx="10515600" cy="1449029"/>
      </dsp:txXfrm>
    </dsp:sp>
    <dsp:sp modelId="{2033D11D-1B23-43E0-96C2-28423BD79D58}">
      <dsp:nvSpPr>
        <dsp:cNvPr id="0" name=""/>
        <dsp:cNvSpPr/>
      </dsp:nvSpPr>
      <dsp:spPr>
        <a:xfrm>
          <a:off x="0" y="2900183"/>
          <a:ext cx="10515600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E461555-9D00-4398-9588-97116ED470EC}">
      <dsp:nvSpPr>
        <dsp:cNvPr id="0" name=""/>
        <dsp:cNvSpPr/>
      </dsp:nvSpPr>
      <dsp:spPr>
        <a:xfrm>
          <a:off x="0" y="2900183"/>
          <a:ext cx="10515600" cy="1449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b="1" kern="1200" dirty="0"/>
            <a:t>Arbeitszeitrechner 2.0:</a:t>
          </a:r>
          <a:r>
            <a:rPr lang="de-DE" sz="2100" kern="1200" dirty="0"/>
            <a:t>
Das Unternehmen befindet sich in einem technischen Wandel.
Deshalb soll die Zeiterfassung digitaler, übersichtlicher und benutzerfreundlicher werden.</a:t>
          </a:r>
          <a:endParaRPr lang="en-US" sz="2100" kern="1200" dirty="0"/>
        </a:p>
      </dsp:txBody>
      <dsp:txXfrm>
        <a:off x="0" y="2900183"/>
        <a:ext cx="10515600" cy="144902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6DED50-EAF8-442D-B4F3-7677F722651B}">
      <dsp:nvSpPr>
        <dsp:cNvPr id="0" name=""/>
        <dsp:cNvSpPr/>
      </dsp:nvSpPr>
      <dsp:spPr>
        <a:xfrm>
          <a:off x="0" y="0"/>
          <a:ext cx="3286125" cy="4351338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199" tIns="330200" rIns="25619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600" kern="1200" dirty="0"/>
            <a:t>Arbeitsteilung nach MVC-Pattern</a:t>
          </a:r>
          <a:endParaRPr lang="en-US" sz="2600" kern="1200" dirty="0"/>
        </a:p>
      </dsp:txBody>
      <dsp:txXfrm>
        <a:off x="0" y="1653508"/>
        <a:ext cx="3286125" cy="2610802"/>
      </dsp:txXfrm>
    </dsp:sp>
    <dsp:sp modelId="{70F8AC21-DC6C-4A0F-86B2-79443D0262C1}">
      <dsp:nvSpPr>
        <dsp:cNvPr id="0" name=""/>
        <dsp:cNvSpPr/>
      </dsp:nvSpPr>
      <dsp:spPr>
        <a:xfrm>
          <a:off x="990361" y="435133"/>
          <a:ext cx="1305401" cy="1305401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774" tIns="12700" rIns="10177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181533" y="626305"/>
        <a:ext cx="923057" cy="923057"/>
      </dsp:txXfrm>
    </dsp:sp>
    <dsp:sp modelId="{BA47373B-D26E-4828-80E3-C41601008102}">
      <dsp:nvSpPr>
        <dsp:cNvPr id="0" name=""/>
        <dsp:cNvSpPr/>
      </dsp:nvSpPr>
      <dsp:spPr>
        <a:xfrm>
          <a:off x="0" y="4351266"/>
          <a:ext cx="3286125" cy="72"/>
        </a:xfrm>
        <a:prstGeom prst="rect">
          <a:avLst/>
        </a:prstGeom>
        <a:solidFill>
          <a:schemeClr val="accent5">
            <a:hueOff val="-2430430"/>
            <a:satOff val="-165"/>
            <a:lumOff val="392"/>
            <a:alphaOff val="0"/>
          </a:schemeClr>
        </a:solidFill>
        <a:ln w="19050" cap="flat" cmpd="sng" algn="ctr">
          <a:solidFill>
            <a:schemeClr val="accent5">
              <a:hueOff val="-2430430"/>
              <a:satOff val="-165"/>
              <a:lumOff val="39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4CDA60-0E66-4353-8993-74E015C185F6}">
      <dsp:nvSpPr>
        <dsp:cNvPr id="0" name=""/>
        <dsp:cNvSpPr/>
      </dsp:nvSpPr>
      <dsp:spPr>
        <a:xfrm>
          <a:off x="3614737" y="0"/>
          <a:ext cx="3286125" cy="4351338"/>
        </a:xfrm>
        <a:prstGeom prst="rect">
          <a:avLst/>
        </a:prstGeom>
        <a:solidFill>
          <a:schemeClr val="accent5">
            <a:tint val="40000"/>
            <a:alpha val="90000"/>
            <a:hueOff val="-5972333"/>
            <a:satOff val="1333"/>
            <a:lumOff val="20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-5972333"/>
              <a:satOff val="1333"/>
              <a:lumOff val="20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199" tIns="330200" rIns="25619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600" kern="1200" dirty="0"/>
            <a:t>Highlights - Bugs / </a:t>
          </a:r>
          <a:r>
            <a:rPr lang="de-CH" sz="2600" kern="1200" dirty="0" err="1"/>
            <a:t>Issues</a:t>
          </a:r>
          <a:r>
            <a:rPr lang="de-CH" sz="2600" kern="1200" dirty="0"/>
            <a:t> bei Projektführung</a:t>
          </a:r>
          <a:endParaRPr lang="en-US" sz="2600" kern="1200" dirty="0"/>
        </a:p>
      </dsp:txBody>
      <dsp:txXfrm>
        <a:off x="3614737" y="1653508"/>
        <a:ext cx="3286125" cy="2610802"/>
      </dsp:txXfrm>
    </dsp:sp>
    <dsp:sp modelId="{149DDF1F-0705-4B0E-857D-C0CA8D437879}">
      <dsp:nvSpPr>
        <dsp:cNvPr id="0" name=""/>
        <dsp:cNvSpPr/>
      </dsp:nvSpPr>
      <dsp:spPr>
        <a:xfrm>
          <a:off x="4605099" y="435133"/>
          <a:ext cx="1305401" cy="1305401"/>
        </a:xfrm>
        <a:prstGeom prst="ellipse">
          <a:avLst/>
        </a:prstGeom>
        <a:solidFill>
          <a:schemeClr val="accent5">
            <a:hueOff val="-4860860"/>
            <a:satOff val="-330"/>
            <a:lumOff val="784"/>
            <a:alphaOff val="0"/>
          </a:schemeClr>
        </a:solidFill>
        <a:ln w="19050" cap="flat" cmpd="sng" algn="ctr">
          <a:solidFill>
            <a:schemeClr val="accent5">
              <a:hueOff val="-4860860"/>
              <a:satOff val="-330"/>
              <a:lumOff val="78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774" tIns="12700" rIns="10177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796271" y="626305"/>
        <a:ext cx="923057" cy="923057"/>
      </dsp:txXfrm>
    </dsp:sp>
    <dsp:sp modelId="{F2CD6D15-BCAA-48CF-8DF3-72EA7F5ABC7E}">
      <dsp:nvSpPr>
        <dsp:cNvPr id="0" name=""/>
        <dsp:cNvSpPr/>
      </dsp:nvSpPr>
      <dsp:spPr>
        <a:xfrm>
          <a:off x="3614737" y="4351266"/>
          <a:ext cx="3286125" cy="72"/>
        </a:xfrm>
        <a:prstGeom prst="rect">
          <a:avLst/>
        </a:prstGeom>
        <a:solidFill>
          <a:schemeClr val="accent5">
            <a:hueOff val="-7291290"/>
            <a:satOff val="-496"/>
            <a:lumOff val="1177"/>
            <a:alphaOff val="0"/>
          </a:schemeClr>
        </a:solidFill>
        <a:ln w="19050" cap="flat" cmpd="sng" algn="ctr">
          <a:solidFill>
            <a:schemeClr val="accent5">
              <a:hueOff val="-7291290"/>
              <a:satOff val="-496"/>
              <a:lumOff val="11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41B599-8CDA-4558-97C5-0BE9B63F01D5}">
      <dsp:nvSpPr>
        <dsp:cNvPr id="0" name=""/>
        <dsp:cNvSpPr/>
      </dsp:nvSpPr>
      <dsp:spPr>
        <a:xfrm>
          <a:off x="7229475" y="0"/>
          <a:ext cx="3286125" cy="4351338"/>
        </a:xfrm>
        <a:prstGeom prst="rect">
          <a:avLst/>
        </a:prstGeom>
        <a:solidFill>
          <a:schemeClr val="accent5">
            <a:tint val="40000"/>
            <a:alpha val="90000"/>
            <a:hueOff val="-11944666"/>
            <a:satOff val="2667"/>
            <a:lumOff val="401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-11944666"/>
              <a:satOff val="2667"/>
              <a:lumOff val="40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199" tIns="330200" rIns="25619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 err="1"/>
            <a:t>Verwendung</a:t>
          </a:r>
          <a:r>
            <a:rPr lang="en-US" sz="2600" kern="1200" dirty="0"/>
            <a:t> von Agents</a:t>
          </a:r>
        </a:p>
      </dsp:txBody>
      <dsp:txXfrm>
        <a:off x="7229475" y="1653508"/>
        <a:ext cx="3286125" cy="2610802"/>
      </dsp:txXfrm>
    </dsp:sp>
    <dsp:sp modelId="{FD5D30A2-28BB-4F92-98BC-21DE52B07AD7}">
      <dsp:nvSpPr>
        <dsp:cNvPr id="0" name=""/>
        <dsp:cNvSpPr/>
      </dsp:nvSpPr>
      <dsp:spPr>
        <a:xfrm>
          <a:off x="8219836" y="435133"/>
          <a:ext cx="1305401" cy="1305401"/>
        </a:xfrm>
        <a:prstGeom prst="ellipse">
          <a:avLst/>
        </a:prstGeom>
        <a:solidFill>
          <a:schemeClr val="accent5">
            <a:hueOff val="-9721720"/>
            <a:satOff val="-661"/>
            <a:lumOff val="1569"/>
            <a:alphaOff val="0"/>
          </a:schemeClr>
        </a:solidFill>
        <a:ln w="19050" cap="flat" cmpd="sng" algn="ctr">
          <a:solidFill>
            <a:schemeClr val="accent5">
              <a:hueOff val="-9721720"/>
              <a:satOff val="-661"/>
              <a:lumOff val="156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774" tIns="12700" rIns="10177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8411008" y="626305"/>
        <a:ext cx="923057" cy="923057"/>
      </dsp:txXfrm>
    </dsp:sp>
    <dsp:sp modelId="{54FAD181-BCE2-4167-B306-858CC68C6652}">
      <dsp:nvSpPr>
        <dsp:cNvPr id="0" name=""/>
        <dsp:cNvSpPr/>
      </dsp:nvSpPr>
      <dsp:spPr>
        <a:xfrm>
          <a:off x="7229475" y="4351266"/>
          <a:ext cx="3286125" cy="72"/>
        </a:xfrm>
        <a:prstGeom prst="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48837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85245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88541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07221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95883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11493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86133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237354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9699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8156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69529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9147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29" name="Freeform: Shape 12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4" name="Freeform: Shape 13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5" name="Freeform: Shape 14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6" name="Freeform: Shape 15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7" name="Freeform: Shape 16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8" name="Freeform: Shape 17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9" name="Freeform: Shape 18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B14668C-1554-9F89-BD70-983A2DFDCA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5368" y="2043663"/>
            <a:ext cx="6105194" cy="2031055"/>
          </a:xfrm>
        </p:spPr>
        <p:txBody>
          <a:bodyPr>
            <a:normAutofit/>
          </a:bodyPr>
          <a:lstStyle/>
          <a:p>
            <a:r>
              <a:rPr lang="de-CH" sz="4400">
                <a:solidFill>
                  <a:schemeClr val="tx2"/>
                </a:solidFill>
              </a:rPr>
              <a:t>Arbeitszeit-Auswertungsprogramm 2.0</a:t>
            </a:r>
            <a:endParaRPr lang="en-CH" sz="440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7AA85C-CE97-89D0-4347-111DB5558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4160126"/>
            <a:ext cx="6105194" cy="682079"/>
          </a:xfrm>
        </p:spPr>
        <p:txBody>
          <a:bodyPr>
            <a:normAutofit/>
          </a:bodyPr>
          <a:lstStyle/>
          <a:p>
            <a:r>
              <a:rPr lang="de-CH" sz="2000">
                <a:solidFill>
                  <a:schemeClr val="tx2"/>
                </a:solidFill>
              </a:rPr>
              <a:t>Gruppe 2 : Mehmedali Abdiu, Denis Silva Meira, Arti Rechi</a:t>
            </a:r>
            <a:endParaRPr lang="en-CH" sz="20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103596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E66E1C-7D50-6713-CDD9-695D4F2A1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766330" cy="1454051"/>
          </a:xfrm>
        </p:spPr>
        <p:txBody>
          <a:bodyPr>
            <a:normAutofit/>
          </a:bodyPr>
          <a:lstStyle/>
          <a:p>
            <a:r>
              <a:rPr lang="de-CH" sz="3600">
                <a:solidFill>
                  <a:schemeClr val="tx2"/>
                </a:solidFill>
              </a:rPr>
              <a:t>Agenda</a:t>
            </a:r>
            <a:endParaRPr lang="en-CH" sz="3600">
              <a:solidFill>
                <a:schemeClr val="tx2"/>
              </a:solidFill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4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AFB35A9D-5019-707E-C44C-F025ED0892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319" y="1700784"/>
            <a:ext cx="3854378" cy="4379976"/>
          </a:xfrm>
          <a:prstGeom prst="rect">
            <a:avLst/>
          </a:prstGeom>
        </p:spPr>
      </p:pic>
      <p:graphicFrame>
        <p:nvGraphicFramePr>
          <p:cNvPr id="35" name="Content Placeholder 2">
            <a:extLst>
              <a:ext uri="{FF2B5EF4-FFF2-40B4-BE49-F238E27FC236}">
                <a16:creationId xmlns:a16="http://schemas.microsoft.com/office/drawing/2014/main" id="{109F365F-AD97-3E67-214E-6BF17617F5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14044539"/>
              </p:ext>
            </p:extLst>
          </p:nvPr>
        </p:nvGraphicFramePr>
        <p:xfrm>
          <a:off x="804672" y="2421683"/>
          <a:ext cx="4765949" cy="33534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05670345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F7E1B9-41AD-C495-00C0-5D0A87EF0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CH" sz="3600">
                <a:solidFill>
                  <a:schemeClr val="tx2"/>
                </a:solidFill>
              </a:rPr>
              <a:t>Themawahl</a:t>
            </a:r>
            <a:endParaRPr lang="en-CH" sz="3600">
              <a:solidFill>
                <a:schemeClr val="tx2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5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65A34-5C7F-5745-6BE5-9469B0ABF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r>
              <a:rPr lang="de-CH" sz="1800" dirty="0">
                <a:solidFill>
                  <a:schemeClr val="tx2"/>
                </a:solidFill>
              </a:rPr>
              <a:t>Weitererarbeitung von Fachwissen aus Programmieren I &amp; II</a:t>
            </a:r>
          </a:p>
          <a:p>
            <a:r>
              <a:rPr lang="de-CH" sz="1800" dirty="0">
                <a:solidFill>
                  <a:schemeClr val="tx2"/>
                </a:solidFill>
              </a:rPr>
              <a:t>Transformation einer Konsonlenapplikation in eine «typische» Applikationslösung (GUI + Datenbankanknüpfung)</a:t>
            </a:r>
          </a:p>
          <a:p>
            <a:r>
              <a:rPr lang="de-CH" sz="1800" dirty="0">
                <a:solidFill>
                  <a:schemeClr val="tx2"/>
                </a:solidFill>
              </a:rPr>
              <a:t>Interesse an Zeiterfassungsprogramme für Firmenverwendung</a:t>
            </a:r>
            <a:endParaRPr lang="en-CH" sz="18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1515520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C96205E-3101-A174-BE40-30155BF4F54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75327A-0BA3-5E08-E2A6-68C281304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CH" dirty="0"/>
              <a:t>Problemstellung</a:t>
            </a:r>
            <a:endParaRPr lang="en-CH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DA450B1-9A6B-6F64-8C20-47E50DF290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5513697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46369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BD119-595B-A2E6-D260-FB3B07913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Problemstellung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90F41-17FD-54A8-AB15-7884C6F9A0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4150"/>
            <a:ext cx="10515600" cy="488950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Das bestehende System ist für ein wachsendes Unternehmen</a:t>
            </a:r>
            <a:br>
              <a:rPr lang="de-DE" dirty="0"/>
            </a:br>
            <a:r>
              <a:rPr lang="de-DE" dirty="0"/>
              <a:t>zu manuell, zu zeitintensiv und zu unübersichtlich.</a:t>
            </a:r>
            <a:br>
              <a:rPr lang="de-DE" dirty="0"/>
            </a:br>
            <a:endParaRPr lang="de-DE" dirty="0"/>
          </a:p>
          <a:p>
            <a:r>
              <a:rPr lang="de-DE" dirty="0"/>
              <a:t>Vorgesetzte müssen Mitarbeitenden wegen fehlender Zeiteinträge nachgehen.</a:t>
            </a:r>
          </a:p>
          <a:p>
            <a:pPr lvl="1"/>
            <a:r>
              <a:rPr lang="de-DE" dirty="0"/>
              <a:t>Mitarbeitende sollen ihre Arbeitszeiten selbst digital erfassen können.</a:t>
            </a:r>
            <a:br>
              <a:rPr lang="de-DE" dirty="0"/>
            </a:br>
            <a:endParaRPr lang="de-DE" dirty="0"/>
          </a:p>
          <a:p>
            <a:r>
              <a:rPr lang="de-DE" dirty="0"/>
              <a:t>Bei Zu- oder Abgängen muss das bestehende System manuell aktualisiert werden.</a:t>
            </a:r>
          </a:p>
          <a:p>
            <a:pPr lvl="1"/>
            <a:r>
              <a:rPr lang="de-DE" dirty="0"/>
              <a:t>Neue Mitarbeitende und Austritte sollen einfach verwaltet werden können.</a:t>
            </a:r>
            <a:br>
              <a:rPr lang="de-DE" dirty="0"/>
            </a:br>
            <a:endParaRPr lang="de-DE" dirty="0"/>
          </a:p>
          <a:p>
            <a:r>
              <a:rPr lang="de-DE" dirty="0"/>
              <a:t>Die CMD-Ansicht ist unübersichtlich und schwer im Arbeitsalltag auszuwerten.</a:t>
            </a:r>
          </a:p>
          <a:p>
            <a:pPr lvl="1"/>
            <a:r>
              <a:rPr lang="de-DE" dirty="0"/>
              <a:t>Arbeitsstunden und </a:t>
            </a:r>
            <a:r>
              <a:rPr lang="de-DE" dirty="0" err="1"/>
              <a:t>Arbeitszeitverstösse</a:t>
            </a:r>
            <a:r>
              <a:rPr lang="de-DE" dirty="0"/>
              <a:t> sollen übersichtlich dargestellt werden.</a:t>
            </a:r>
            <a:br>
              <a:rPr lang="de-DE" dirty="0"/>
            </a:br>
            <a:endParaRPr lang="de-DE" dirty="0"/>
          </a:p>
          <a:p>
            <a:r>
              <a:rPr lang="de-DE" dirty="0"/>
              <a:t>Mit wachsendem Unternehmen kann eine einzelne Führungsperson nicht mehr alle Einträge verwalten.</a:t>
            </a:r>
          </a:p>
          <a:p>
            <a:pPr lvl="1"/>
            <a:r>
              <a:rPr lang="de-DE" dirty="0"/>
              <a:t>Administrative Aufgaben sollen zukünftig an einzelne Personen übergeben werden können.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885958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2AFBF-FB86-9DB4-B623-60FB72097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7" y="365125"/>
            <a:ext cx="11130539" cy="132556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User Stories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F9243C-9228-FEF2-EAC2-30CE0F40A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de-DE" sz="2100" dirty="0">
                <a:solidFill>
                  <a:schemeClr val="tx2"/>
                </a:solidFill>
              </a:rPr>
              <a:t>Rolle: Worker</a:t>
            </a:r>
            <a:endParaRPr lang="en-CH" sz="2100" dirty="0">
              <a:solidFill>
                <a:schemeClr val="tx2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5E43E-E2CE-E463-8384-53BF46843E4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300" dirty="0">
                <a:solidFill>
                  <a:schemeClr val="tx2"/>
                </a:solidFill>
              </a:rPr>
              <a:t>Login</a:t>
            </a:r>
          </a:p>
          <a:p>
            <a:r>
              <a:rPr lang="de-DE" sz="2300" dirty="0">
                <a:solidFill>
                  <a:schemeClr val="tx2"/>
                </a:solidFill>
              </a:rPr>
              <a:t>Modulauswahl ist begrenzt auf Rollenfunktionen</a:t>
            </a:r>
          </a:p>
          <a:p>
            <a:r>
              <a:rPr lang="de-DE" sz="2300" dirty="0">
                <a:solidFill>
                  <a:schemeClr val="tx2"/>
                </a:solidFill>
              </a:rPr>
              <a:t>Neue Zeiteinträge erfassen pro Kalenderwoche</a:t>
            </a:r>
          </a:p>
          <a:p>
            <a:r>
              <a:rPr lang="de-DE" sz="2300" dirty="0">
                <a:solidFill>
                  <a:schemeClr val="tx2"/>
                </a:solidFill>
              </a:rPr>
              <a:t>Bestehenden eigene Arbeitszeiten anschauen mit Details (Bsp. Soll-Ist)</a:t>
            </a:r>
          </a:p>
          <a:p>
            <a:r>
              <a:rPr lang="de-DE" sz="2300" dirty="0">
                <a:solidFill>
                  <a:schemeClr val="tx2"/>
                </a:solidFill>
              </a:rPr>
              <a:t>Bestehende Arbeitszeiten modifizieren</a:t>
            </a:r>
          </a:p>
          <a:p>
            <a:r>
              <a:rPr lang="de-DE" sz="2300" dirty="0">
                <a:solidFill>
                  <a:schemeClr val="tx2"/>
                </a:solidFill>
              </a:rPr>
              <a:t>Logout</a:t>
            </a:r>
          </a:p>
          <a:p>
            <a:endParaRPr lang="en-CH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3D66D-EDA3-0DD4-1447-97F8E82E29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de-DE" sz="2100" dirty="0">
                <a:solidFill>
                  <a:schemeClr val="tx2"/>
                </a:solidFill>
              </a:rPr>
              <a:t>Rolle: Admin</a:t>
            </a:r>
            <a:endParaRPr lang="en-CH" sz="2100" dirty="0">
              <a:solidFill>
                <a:schemeClr val="tx2"/>
              </a:solidFill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B44223-EF28-BAC5-7BA2-72203708611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300" dirty="0">
                <a:solidFill>
                  <a:schemeClr val="tx2"/>
                </a:solidFill>
              </a:rPr>
              <a:t>Login</a:t>
            </a:r>
          </a:p>
          <a:p>
            <a:r>
              <a:rPr lang="de-DE" sz="2300" dirty="0">
                <a:solidFill>
                  <a:schemeClr val="tx2"/>
                </a:solidFill>
              </a:rPr>
              <a:t>Modulauswahl ist begrenzt auf Rollenfunktionen</a:t>
            </a:r>
          </a:p>
          <a:p>
            <a:r>
              <a:rPr lang="de-DE" sz="2300" dirty="0">
                <a:solidFill>
                  <a:schemeClr val="tx2"/>
                </a:solidFill>
              </a:rPr>
              <a:t>Alle bestehenden Arbeitszeiten anschauen mit Details (Bsp. Soll-Ist)</a:t>
            </a:r>
          </a:p>
          <a:p>
            <a:r>
              <a:rPr lang="de-DE" sz="2300" dirty="0">
                <a:solidFill>
                  <a:schemeClr val="tx2"/>
                </a:solidFill>
              </a:rPr>
              <a:t>Alle bestehenden Verstöße von Zeiteintragen anschauen mit Details (Bsp. Soll-Ist, Art des Verstoßes)</a:t>
            </a:r>
          </a:p>
          <a:p>
            <a:r>
              <a:rPr lang="de-DE" sz="2300" dirty="0">
                <a:solidFill>
                  <a:schemeClr val="tx2"/>
                </a:solidFill>
              </a:rPr>
              <a:t>neue Mitarbeiter erfassen oder entfernen.</a:t>
            </a:r>
          </a:p>
          <a:p>
            <a:r>
              <a:rPr lang="de-DE" sz="2300" dirty="0">
                <a:solidFill>
                  <a:schemeClr val="tx2"/>
                </a:solidFill>
              </a:rPr>
              <a:t>Logout</a:t>
            </a:r>
          </a:p>
          <a:p>
            <a:endParaRPr lang="de-DE" b="1" dirty="0"/>
          </a:p>
          <a:p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04967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CAE512-6854-AD1D-0563-81C69B2F4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FFCF9A-A59A-3D98-B117-A920A77A30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9226" y="1594707"/>
            <a:ext cx="9833548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Projektfunktionen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5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9836A20E-2603-50DB-DD91-CAF677BB64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9226" y="3015354"/>
            <a:ext cx="9833548" cy="3147939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2"/>
                </a:solidFill>
              </a:rPr>
              <a:t>Usereingabe</a:t>
            </a:r>
            <a:r>
              <a:rPr lang="en-US" sz="2000" dirty="0">
                <a:solidFill>
                  <a:schemeClr val="tx2"/>
                </a:solidFill>
              </a:rPr>
              <a:t> von </a:t>
            </a:r>
            <a:r>
              <a:rPr lang="en-US" sz="2000" dirty="0" err="1">
                <a:solidFill>
                  <a:schemeClr val="tx2"/>
                </a:solidFill>
              </a:rPr>
              <a:t>Stemplungen</a:t>
            </a:r>
            <a:r>
              <a:rPr lang="en-US" sz="2000" dirty="0">
                <a:solidFill>
                  <a:schemeClr val="tx2"/>
                </a:solidFill>
              </a:rPr>
              <a:t> pro </a:t>
            </a:r>
            <a:r>
              <a:rPr lang="en-US" sz="2000" dirty="0" err="1">
                <a:solidFill>
                  <a:schemeClr val="tx2"/>
                </a:solidFill>
              </a:rPr>
              <a:t>Kalenderwoche</a:t>
            </a:r>
            <a:r>
              <a:rPr lang="en-US" sz="2000" dirty="0">
                <a:solidFill>
                  <a:schemeClr val="tx2"/>
                </a:solidFill>
              </a:rPr>
              <a:t> </a:t>
            </a:r>
            <a:r>
              <a:rPr lang="en-US" sz="2000" dirty="0" err="1">
                <a:solidFill>
                  <a:schemeClr val="tx2"/>
                </a:solidFill>
              </a:rPr>
              <a:t>im</a:t>
            </a:r>
            <a:r>
              <a:rPr lang="en-US" sz="2000" dirty="0">
                <a:solidFill>
                  <a:schemeClr val="tx2"/>
                </a:solidFill>
              </a:rPr>
              <a:t> GUI (+</a:t>
            </a:r>
            <a:r>
              <a:rPr lang="en-US" sz="2000" dirty="0" err="1">
                <a:solidFill>
                  <a:schemeClr val="tx2"/>
                </a:solidFill>
              </a:rPr>
              <a:t>Validierung</a:t>
            </a:r>
            <a:r>
              <a:rPr lang="en-US" sz="2000" dirty="0">
                <a:solidFill>
                  <a:schemeClr val="tx2"/>
                </a:solidFill>
              </a:rPr>
              <a:t>)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2"/>
                </a:solidFill>
              </a:rPr>
              <a:t>Automatische</a:t>
            </a:r>
            <a:r>
              <a:rPr lang="en-US" sz="2000" dirty="0">
                <a:solidFill>
                  <a:schemeClr val="tx2"/>
                </a:solidFill>
              </a:rPr>
              <a:t> </a:t>
            </a:r>
            <a:r>
              <a:rPr lang="en-US" sz="2000" dirty="0" err="1">
                <a:solidFill>
                  <a:schemeClr val="tx2"/>
                </a:solidFill>
              </a:rPr>
              <a:t>Berechnung</a:t>
            </a:r>
            <a:r>
              <a:rPr lang="en-US" sz="2000" dirty="0">
                <a:solidFill>
                  <a:schemeClr val="tx2"/>
                </a:solidFill>
              </a:rPr>
              <a:t> der </a:t>
            </a:r>
            <a:r>
              <a:rPr lang="en-US" sz="2000" dirty="0" err="1">
                <a:solidFill>
                  <a:schemeClr val="tx2"/>
                </a:solidFill>
              </a:rPr>
              <a:t>Stunden</a:t>
            </a:r>
            <a:r>
              <a:rPr lang="en-US" sz="2000" dirty="0">
                <a:solidFill>
                  <a:schemeClr val="tx2"/>
                </a:solidFill>
              </a:rPr>
              <a:t> (+/-) </a:t>
            </a:r>
            <a:r>
              <a:rPr lang="en-US" sz="2000" dirty="0" err="1">
                <a:solidFill>
                  <a:schemeClr val="tx2"/>
                </a:solidFill>
              </a:rPr>
              <a:t>anhand</a:t>
            </a:r>
            <a:r>
              <a:rPr lang="en-US" sz="2000" dirty="0">
                <a:solidFill>
                  <a:schemeClr val="tx2"/>
                </a:solidFill>
              </a:rPr>
              <a:t> des Pensums für </a:t>
            </a:r>
            <a:r>
              <a:rPr lang="en-US" sz="2000" dirty="0" err="1">
                <a:solidFill>
                  <a:schemeClr val="tx2"/>
                </a:solidFill>
              </a:rPr>
              <a:t>Tabellenübersicht</a:t>
            </a:r>
            <a:endParaRPr lang="en-US" sz="2000" dirty="0">
              <a:solidFill>
                <a:schemeClr val="tx2"/>
              </a:solidFill>
            </a:endParaRP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2"/>
                </a:solidFill>
              </a:rPr>
              <a:t>Validierung</a:t>
            </a:r>
            <a:r>
              <a:rPr lang="en-US" sz="2000" dirty="0">
                <a:solidFill>
                  <a:schemeClr val="tx2"/>
                </a:solidFill>
              </a:rPr>
              <a:t> der </a:t>
            </a:r>
            <a:r>
              <a:rPr lang="en-US" sz="2000" dirty="0" err="1">
                <a:solidFill>
                  <a:schemeClr val="tx2"/>
                </a:solidFill>
              </a:rPr>
              <a:t>vertraglichen</a:t>
            </a:r>
            <a:r>
              <a:rPr lang="en-US" sz="2000" dirty="0">
                <a:solidFill>
                  <a:schemeClr val="tx2"/>
                </a:solidFill>
              </a:rPr>
              <a:t> </a:t>
            </a:r>
            <a:r>
              <a:rPr lang="en-US" sz="2000" dirty="0" err="1">
                <a:solidFill>
                  <a:schemeClr val="tx2"/>
                </a:solidFill>
              </a:rPr>
              <a:t>Rahmenbedingungen</a:t>
            </a:r>
            <a:r>
              <a:rPr lang="en-US" sz="2000" dirty="0">
                <a:solidFill>
                  <a:schemeClr val="tx2"/>
                </a:solidFill>
              </a:rPr>
              <a:t> </a:t>
            </a:r>
          </a:p>
          <a:p>
            <a:pPr marL="571500" lvl="1" algn="l"/>
            <a:r>
              <a:rPr lang="en-US" sz="1600" dirty="0">
                <a:solidFill>
                  <a:schemeClr val="tx2"/>
                </a:solidFill>
              </a:rPr>
              <a:t>&gt; </a:t>
            </a:r>
            <a:r>
              <a:rPr lang="en-US" sz="1600" dirty="0" err="1">
                <a:solidFill>
                  <a:schemeClr val="tx2"/>
                </a:solidFill>
              </a:rPr>
              <a:t>Erstellung</a:t>
            </a:r>
            <a:r>
              <a:rPr lang="en-US" sz="1600" dirty="0">
                <a:solidFill>
                  <a:schemeClr val="tx2"/>
                </a:solidFill>
              </a:rPr>
              <a:t> </a:t>
            </a:r>
            <a:r>
              <a:rPr lang="en-US" sz="1600" dirty="0" err="1">
                <a:solidFill>
                  <a:schemeClr val="tx2"/>
                </a:solidFill>
              </a:rPr>
              <a:t>eines</a:t>
            </a:r>
            <a:r>
              <a:rPr lang="en-US" sz="1600" dirty="0">
                <a:solidFill>
                  <a:schemeClr val="tx2"/>
                </a:solidFill>
              </a:rPr>
              <a:t> </a:t>
            </a:r>
            <a:r>
              <a:rPr lang="en-US" sz="1600" dirty="0" err="1">
                <a:solidFill>
                  <a:schemeClr val="tx2"/>
                </a:solidFill>
              </a:rPr>
              <a:t>Verstosses</a:t>
            </a:r>
            <a:r>
              <a:rPr lang="en-US" sz="1600" dirty="0">
                <a:solidFill>
                  <a:schemeClr val="tx2"/>
                </a:solidFill>
              </a:rPr>
              <a:t> </a:t>
            </a:r>
            <a:r>
              <a:rPr lang="en-US" sz="1600" dirty="0" err="1">
                <a:solidFill>
                  <a:schemeClr val="tx2"/>
                </a:solidFill>
              </a:rPr>
              <a:t>bei</a:t>
            </a:r>
            <a:r>
              <a:rPr lang="en-US" sz="1600" dirty="0">
                <a:solidFill>
                  <a:schemeClr val="tx2"/>
                </a:solidFill>
              </a:rPr>
              <a:t> </a:t>
            </a:r>
            <a:r>
              <a:rPr lang="en-US" sz="1600" dirty="0" err="1">
                <a:solidFill>
                  <a:schemeClr val="tx2"/>
                </a:solidFill>
              </a:rPr>
              <a:t>Fehlern</a:t>
            </a:r>
            <a:endParaRPr lang="en-US" sz="1600" dirty="0">
              <a:solidFill>
                <a:schemeClr val="tx2"/>
              </a:solidFill>
            </a:endParaRP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2"/>
                </a:solidFill>
              </a:rPr>
              <a:t>Ausgabe</a:t>
            </a:r>
            <a:r>
              <a:rPr lang="en-US" sz="2000" dirty="0">
                <a:solidFill>
                  <a:schemeClr val="tx2"/>
                </a:solidFill>
              </a:rPr>
              <a:t> der </a:t>
            </a:r>
            <a:r>
              <a:rPr lang="en-US" sz="2000" dirty="0" err="1">
                <a:solidFill>
                  <a:schemeClr val="tx2"/>
                </a:solidFill>
              </a:rPr>
              <a:t>Informationen</a:t>
            </a:r>
            <a:r>
              <a:rPr lang="en-US" sz="2000" dirty="0">
                <a:solidFill>
                  <a:schemeClr val="tx2"/>
                </a:solidFill>
              </a:rPr>
              <a:t> pro Mitarbeiter in </a:t>
            </a:r>
            <a:r>
              <a:rPr lang="en-US" sz="2000" dirty="0" err="1">
                <a:solidFill>
                  <a:schemeClr val="tx2"/>
                </a:solidFill>
              </a:rPr>
              <a:t>Tabellen</a:t>
            </a:r>
            <a:r>
              <a:rPr lang="en-US" sz="2000" dirty="0">
                <a:solidFill>
                  <a:schemeClr val="tx2"/>
                </a:solidFill>
              </a:rPr>
              <a:t> in der GUI.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2"/>
                </a:solidFill>
              </a:rPr>
              <a:t>Verstoss</a:t>
            </a:r>
            <a:r>
              <a:rPr lang="en-US" sz="2000" dirty="0">
                <a:solidFill>
                  <a:schemeClr val="tx2"/>
                </a:solidFill>
              </a:rPr>
              <a:t> </a:t>
            </a:r>
            <a:r>
              <a:rPr lang="en-US" sz="2000" dirty="0" err="1">
                <a:solidFill>
                  <a:schemeClr val="tx2"/>
                </a:solidFill>
              </a:rPr>
              <a:t>Übersicht</a:t>
            </a:r>
            <a:r>
              <a:rPr lang="en-US" sz="2000" dirty="0">
                <a:solidFill>
                  <a:schemeClr val="tx2"/>
                </a:solidFill>
              </a:rPr>
              <a:t> für Admin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User Management </a:t>
            </a:r>
            <a:r>
              <a:rPr lang="en-US" sz="2000" dirty="0" err="1">
                <a:solidFill>
                  <a:schemeClr val="tx2"/>
                </a:solidFill>
              </a:rPr>
              <a:t>Übersicht</a:t>
            </a:r>
            <a:r>
              <a:rPr lang="en-US" sz="2000" dirty="0">
                <a:solidFill>
                  <a:schemeClr val="tx2"/>
                </a:solidFill>
              </a:rPr>
              <a:t> für Admin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520319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3CCB5C-C98D-DF9D-1182-9AC3C3094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995"/>
            <a:ext cx="10515600" cy="1133693"/>
          </a:xfrm>
        </p:spPr>
        <p:txBody>
          <a:bodyPr>
            <a:normAutofit/>
          </a:bodyPr>
          <a:lstStyle/>
          <a:p>
            <a:r>
              <a:rPr lang="de-CH" sz="5200"/>
              <a:t>Projektmanagement</a:t>
            </a:r>
            <a:endParaRPr lang="en-CH" sz="5200"/>
          </a:p>
        </p:txBody>
      </p:sp>
      <p:graphicFrame>
        <p:nvGraphicFramePr>
          <p:cNvPr id="39" name="Content Placeholder 2">
            <a:extLst>
              <a:ext uri="{FF2B5EF4-FFF2-40B4-BE49-F238E27FC236}">
                <a16:creationId xmlns:a16="http://schemas.microsoft.com/office/drawing/2014/main" id="{EDF3F1E9-4BEC-4492-5E5E-43134BFB77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594955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0210414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5" name="Freeform: Shape 13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" name="Freeform: Shape 14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" name="Freeform: Shape 17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0" name="Freeform: Shape 18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7" name="Freeform: Shape 19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6E74311-7DE5-916A-FACF-6598EDEEB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2731" y="1542402"/>
            <a:ext cx="5186842" cy="23879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Live Demo</a:t>
            </a:r>
            <a:br>
              <a:rPr lang="en-US" sz="52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endParaRPr lang="en-US" sz="5200" kern="120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70853377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5219498-D544-41AC-98FE-8F956EF66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00DBFC-17A9-4E0A-AEE2-A49F9AEEF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62E4F1-5B0D-6078-9666-D15C53080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267832"/>
            <a:ext cx="4805996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Q&amp;A</a:t>
            </a:r>
            <a:br>
              <a:rPr lang="en-US" sz="4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endParaRPr lang="en-US" sz="4000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74613BB-817C-4C4F-8A24-4936F2F06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1023" y="52996"/>
            <a:ext cx="6093363" cy="6805005"/>
            <a:chOff x="6101023" y="52996"/>
            <a:chExt cx="6093363" cy="6805005"/>
          </a:xfrm>
        </p:grpSpPr>
        <p:sp>
          <p:nvSpPr>
            <p:cNvPr id="9" name="Freeform: Shape 15">
              <a:extLst>
                <a:ext uri="{FF2B5EF4-FFF2-40B4-BE49-F238E27FC236}">
                  <a16:creationId xmlns:a16="http://schemas.microsoft.com/office/drawing/2014/main" id="{926C820D-9A01-44F0-AE18-C2DAB089B8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3517682 w 5890490"/>
                <a:gd name="connsiteY0" fmla="*/ 0 h 6578439"/>
                <a:gd name="connsiteX1" fmla="*/ 5849513 w 5890490"/>
                <a:gd name="connsiteY1" fmla="*/ 841730 h 6578439"/>
                <a:gd name="connsiteX2" fmla="*/ 5890490 w 5890490"/>
                <a:gd name="connsiteY2" fmla="*/ 879060 h 6578439"/>
                <a:gd name="connsiteX3" fmla="*/ 5890490 w 5890490"/>
                <a:gd name="connsiteY3" fmla="*/ 1816052 h 6578439"/>
                <a:gd name="connsiteX4" fmla="*/ 5856961 w 5890490"/>
                <a:gd name="connsiteY4" fmla="*/ 1771023 h 6578439"/>
                <a:gd name="connsiteX5" fmla="*/ 5655397 w 5890490"/>
                <a:gd name="connsiteY5" fmla="*/ 1548813 h 6578439"/>
                <a:gd name="connsiteX6" fmla="*/ 3517682 w 5890490"/>
                <a:gd name="connsiteY6" fmla="*/ 658717 h 6578439"/>
                <a:gd name="connsiteX7" fmla="*/ 2395696 w 5890490"/>
                <a:gd name="connsiteY7" fmla="*/ 850721 h 6578439"/>
                <a:gd name="connsiteX8" fmla="*/ 1519955 w 5890490"/>
                <a:gd name="connsiteY8" fmla="*/ 1450441 h 6578439"/>
                <a:gd name="connsiteX9" fmla="*/ 1223630 w 5890490"/>
                <a:gd name="connsiteY9" fmla="*/ 1841430 h 6578439"/>
                <a:gd name="connsiteX10" fmla="*/ 1075857 w 5890490"/>
                <a:gd name="connsiteY10" fmla="*/ 2329343 h 6578439"/>
                <a:gd name="connsiteX11" fmla="*/ 731010 w 5890490"/>
                <a:gd name="connsiteY11" fmla="*/ 3483744 h 6578439"/>
                <a:gd name="connsiteX12" fmla="*/ 741000 w 5890490"/>
                <a:gd name="connsiteY12" fmla="*/ 4479719 h 6578439"/>
                <a:gd name="connsiteX13" fmla="*/ 1315615 w 5890490"/>
                <a:gd name="connsiteY13" fmla="*/ 5443827 h 6578439"/>
                <a:gd name="connsiteX14" fmla="*/ 2277503 w 5890490"/>
                <a:gd name="connsiteY14" fmla="*/ 6259386 h 6578439"/>
                <a:gd name="connsiteX15" fmla="*/ 3439448 w 5890490"/>
                <a:gd name="connsiteY15" fmla="*/ 6551739 h 6578439"/>
                <a:gd name="connsiteX16" fmla="*/ 4408732 w 5890490"/>
                <a:gd name="connsiteY16" fmla="*/ 6255172 h 6578439"/>
                <a:gd name="connsiteX17" fmla="*/ 5343243 w 5890490"/>
                <a:gd name="connsiteY17" fmla="*/ 5442509 h 6578439"/>
                <a:gd name="connsiteX18" fmla="*/ 5745566 w 5890490"/>
                <a:gd name="connsiteY18" fmla="*/ 5056656 h 6578439"/>
                <a:gd name="connsiteX19" fmla="*/ 5890490 w 5890490"/>
                <a:gd name="connsiteY19" fmla="*/ 4920880 h 6578439"/>
                <a:gd name="connsiteX20" fmla="*/ 5890490 w 5890490"/>
                <a:gd name="connsiteY20" fmla="*/ 5821966 h 6578439"/>
                <a:gd name="connsiteX21" fmla="*/ 5802002 w 5890490"/>
                <a:gd name="connsiteY21" fmla="*/ 5907904 h 6578439"/>
                <a:gd name="connsiteX22" fmla="*/ 5294358 w 5890490"/>
                <a:gd name="connsiteY22" fmla="*/ 6397505 h 6578439"/>
                <a:gd name="connsiteX23" fmla="*/ 5077178 w 5890490"/>
                <a:gd name="connsiteY23" fmla="*/ 6578439 h 6578439"/>
                <a:gd name="connsiteX24" fmla="*/ 1567290 w 5890490"/>
                <a:gd name="connsiteY24" fmla="*/ 6578439 h 6578439"/>
                <a:gd name="connsiteX25" fmla="*/ 1508588 w 5890490"/>
                <a:gd name="connsiteY25" fmla="*/ 6535186 h 6578439"/>
                <a:gd name="connsiteX26" fmla="*/ 826498 w 5890490"/>
                <a:gd name="connsiteY26" fmla="*/ 5876034 h 6578439"/>
                <a:gd name="connsiteX27" fmla="*/ 122403 w 5890490"/>
                <a:gd name="connsiteY27" fmla="*/ 3255655 h 6578439"/>
                <a:gd name="connsiteX28" fmla="*/ 1061197 w 5890490"/>
                <a:gd name="connsiteY28" fmla="*/ 984650 h 6578439"/>
                <a:gd name="connsiteX29" fmla="*/ 3517682 w 5890490"/>
                <a:gd name="connsiteY29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890490" h="6578439">
                  <a:moveTo>
                    <a:pt x="3517682" y="0"/>
                  </a:moveTo>
                  <a:cubicBezTo>
                    <a:pt x="4402016" y="0"/>
                    <a:pt x="5213741" y="315483"/>
                    <a:pt x="5849513" y="841730"/>
                  </a:cubicBezTo>
                  <a:lnTo>
                    <a:pt x="5890490" y="879060"/>
                  </a:lnTo>
                  <a:lnTo>
                    <a:pt x="5890490" y="1816052"/>
                  </a:lnTo>
                  <a:lnTo>
                    <a:pt x="5856961" y="1771023"/>
                  </a:lnTo>
                  <a:cubicBezTo>
                    <a:pt x="5793650" y="1694076"/>
                    <a:pt x="5726429" y="1619959"/>
                    <a:pt x="5655397" y="1548813"/>
                  </a:cubicBezTo>
                  <a:cubicBezTo>
                    <a:pt x="5082208" y="974906"/>
                    <a:pt x="4322973" y="658717"/>
                    <a:pt x="3517682" y="658717"/>
                  </a:cubicBezTo>
                  <a:cubicBezTo>
                    <a:pt x="3085520" y="658717"/>
                    <a:pt x="2718488" y="721533"/>
                    <a:pt x="2395696" y="850721"/>
                  </a:cubicBezTo>
                  <a:cubicBezTo>
                    <a:pt x="2079132" y="977407"/>
                    <a:pt x="1792668" y="1173626"/>
                    <a:pt x="1519955" y="1450441"/>
                  </a:cubicBezTo>
                  <a:cubicBezTo>
                    <a:pt x="1330275" y="1642840"/>
                    <a:pt x="1263719" y="1756094"/>
                    <a:pt x="1223630" y="1841430"/>
                  </a:cubicBezTo>
                  <a:cubicBezTo>
                    <a:pt x="1166545" y="1962981"/>
                    <a:pt x="1128532" y="2116663"/>
                    <a:pt x="1075857" y="2329343"/>
                  </a:cubicBezTo>
                  <a:cubicBezTo>
                    <a:pt x="1008652" y="2601153"/>
                    <a:pt x="916537" y="2973574"/>
                    <a:pt x="731010" y="3483744"/>
                  </a:cubicBezTo>
                  <a:cubicBezTo>
                    <a:pt x="617488" y="3795981"/>
                    <a:pt x="620731" y="4121653"/>
                    <a:pt x="741000" y="4479719"/>
                  </a:cubicBezTo>
                  <a:cubicBezTo>
                    <a:pt x="847257" y="4796172"/>
                    <a:pt x="1045888" y="5129481"/>
                    <a:pt x="1315615" y="5443827"/>
                  </a:cubicBezTo>
                  <a:cubicBezTo>
                    <a:pt x="1630753" y="5810980"/>
                    <a:pt x="1945371" y="6077784"/>
                    <a:pt x="2277503" y="6259386"/>
                  </a:cubicBezTo>
                  <a:cubicBezTo>
                    <a:pt x="2637530" y="6456133"/>
                    <a:pt x="3017536" y="6551739"/>
                    <a:pt x="3439448" y="6551739"/>
                  </a:cubicBezTo>
                  <a:cubicBezTo>
                    <a:pt x="3781571" y="6551739"/>
                    <a:pt x="4089573" y="6457449"/>
                    <a:pt x="4408732" y="6255172"/>
                  </a:cubicBezTo>
                  <a:cubicBezTo>
                    <a:pt x="4738010" y="6046310"/>
                    <a:pt x="5050941" y="5739207"/>
                    <a:pt x="5343243" y="5442509"/>
                  </a:cubicBezTo>
                  <a:cubicBezTo>
                    <a:pt x="5479860" y="5303970"/>
                    <a:pt x="5614918" y="5178206"/>
                    <a:pt x="5745566" y="5056656"/>
                  </a:cubicBezTo>
                  <a:lnTo>
                    <a:pt x="5890490" y="4920880"/>
                  </a:lnTo>
                  <a:lnTo>
                    <a:pt x="5890490" y="5821966"/>
                  </a:lnTo>
                  <a:lnTo>
                    <a:pt x="5802002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58B604F-996E-4349-B131-E04ED285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5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7CCEAF3-651B-4605-AE58-F96E22703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3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/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D519330-E5F1-4248-B58C-1AA0D9E6D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Graphic 5" descr="Help Thin">
            <a:extLst>
              <a:ext uri="{FF2B5EF4-FFF2-40B4-BE49-F238E27FC236}">
                <a16:creationId xmlns:a16="http://schemas.microsoft.com/office/drawing/2014/main" id="{82783B54-8615-B3D8-D96B-B20DF20BA4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29652" y="1859078"/>
            <a:ext cx="3821102" cy="382110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9122045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6DB92E-9198-397C-B79C-0434C75E0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4A6836E-C603-43CB-9DA7-89D8E3FA3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6007DD-F9BF-4F0F-B8C6-C514B28419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FFD96E-0374-7A4B-1629-8E6345607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925" y="1321056"/>
            <a:ext cx="10684151" cy="19919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Repo:</a:t>
            </a:r>
            <a:br>
              <a:rPr lang="en-US" sz="40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r>
              <a:rPr lang="en-US" sz="4000">
                <a:solidFill>
                  <a:schemeClr val="tx2"/>
                </a:solidFill>
              </a:rPr>
              <a:t>https://github.com/M-Abdiu/Gruppe_06-Arbeitszeitrechner_2.0.git</a:t>
            </a:r>
            <a:endParaRPr lang="en-US" sz="4000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A0FAFCA-5C96-453B-83B7-A9AEF7F18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67135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4" name="Freeform: Shape 11">
              <a:extLst>
                <a:ext uri="{FF2B5EF4-FFF2-40B4-BE49-F238E27FC236}">
                  <a16:creationId xmlns:a16="http://schemas.microsoft.com/office/drawing/2014/main" id="{4A0F84AE-A24D-4353-B1BA-BD80DAA38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12">
              <a:extLst>
                <a:ext uri="{FF2B5EF4-FFF2-40B4-BE49-F238E27FC236}">
                  <a16:creationId xmlns:a16="http://schemas.microsoft.com/office/drawing/2014/main" id="{AF093259-3E74-43A1-944B-B106C8105E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13">
              <a:extLst>
                <a:ext uri="{FF2B5EF4-FFF2-40B4-BE49-F238E27FC236}">
                  <a16:creationId xmlns:a16="http://schemas.microsoft.com/office/drawing/2014/main" id="{AAA28A35-1E54-4054-BB95-42FAFA13A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reeform: Shape 14">
              <a:extLst>
                <a:ext uri="{FF2B5EF4-FFF2-40B4-BE49-F238E27FC236}">
                  <a16:creationId xmlns:a16="http://schemas.microsoft.com/office/drawing/2014/main" id="{FBA3A17F-F3BD-4B94-9CC8-006700210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0398DD-AD75-4E2B-A3C6-35073082A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456265" y="3658536"/>
            <a:ext cx="3655725" cy="2743201"/>
            <a:chOff x="-305" y="-1"/>
            <a:chExt cx="3832880" cy="2876136"/>
          </a:xfrm>
        </p:grpSpPr>
        <p:sp>
          <p:nvSpPr>
            <p:cNvPr id="22" name="Freeform: Shape 17">
              <a:extLst>
                <a:ext uri="{FF2B5EF4-FFF2-40B4-BE49-F238E27FC236}">
                  <a16:creationId xmlns:a16="http://schemas.microsoft.com/office/drawing/2014/main" id="{03E4F247-A844-4CD1-A37E-B7EA0DA2DB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2387B1B-D4D3-493F-8D7A-C7A89DBD4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3404477-1F13-4859-84DA-12A303AC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B8C62FD-B708-4F00-80BB-1250C60119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2201573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400</Words>
  <Application>Microsoft Office PowerPoint</Application>
  <PresentationFormat>Breitbild</PresentationFormat>
  <Paragraphs>58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Arbeitszeit-Auswertungsprogramm 2.0</vt:lpstr>
      <vt:lpstr>Agenda</vt:lpstr>
      <vt:lpstr>Themawahl</vt:lpstr>
      <vt:lpstr>Problemstellung</vt:lpstr>
      <vt:lpstr>Problemstellung</vt:lpstr>
      <vt:lpstr>User Stories</vt:lpstr>
      <vt:lpstr>Projektfunktionen</vt:lpstr>
      <vt:lpstr>Projektmanagement</vt:lpstr>
      <vt:lpstr>Live Demo </vt:lpstr>
      <vt:lpstr>Q&amp;A </vt:lpstr>
      <vt:lpstr>Repo: https://github.com/M-Abdiu/Gruppe_06-Arbeitszeitrechner_2.0.git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Denis Silva Meira (s)</dc:creator>
  <cp:lastModifiedBy>Mehmedali Abdiu (s)</cp:lastModifiedBy>
  <cp:revision>7</cp:revision>
  <dcterms:created xsi:type="dcterms:W3CDTF">2025-12-12T12:31:08Z</dcterms:created>
  <dcterms:modified xsi:type="dcterms:W3CDTF">2026-05-24T14:08:27Z</dcterms:modified>
</cp:coreProperties>
</file>