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71" r:id="rId5"/>
    <p:sldId id="270" r:id="rId6"/>
    <p:sldId id="268" r:id="rId7"/>
    <p:sldId id="266" r:id="rId8"/>
    <p:sldId id="262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6C8682-619D-47BC-9277-E2C86F729DBB}" v="51" dt="2026-05-24T14:20:37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013" autoAdjust="0"/>
  </p:normalViewPr>
  <p:slideViewPr>
    <p:cSldViewPr snapToGrid="0">
      <p:cViewPr varScale="1">
        <p:scale>
          <a:sx n="149" d="100"/>
          <a:sy n="149" d="100"/>
        </p:scale>
        <p:origin x="7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dali Abdiu (s)" userId="6ba2def0-b9b1-4049-863c-8bfc2eb26721" providerId="ADAL" clId="{45502CF0-928D-44D5-8886-D139521CFA9E}"/>
    <pc:docChg chg="undo custSel addSld delSld modSld sldOrd">
      <pc:chgData name="Mehmedali Abdiu (s)" userId="6ba2def0-b9b1-4049-863c-8bfc2eb26721" providerId="ADAL" clId="{45502CF0-928D-44D5-8886-D139521CFA9E}" dt="2026-05-24T14:21:55.284" v="863" actId="12"/>
      <pc:docMkLst>
        <pc:docMk/>
      </pc:docMkLst>
      <pc:sldChg chg="addSp delSp modSp mod modTransition modMedia delAnim modAnim">
        <pc:chgData name="Mehmedali Abdiu (s)" userId="6ba2def0-b9b1-4049-863c-8bfc2eb26721" providerId="ADAL" clId="{45502CF0-928D-44D5-8886-D139521CFA9E}" dt="2026-05-24T14:20:37.035" v="852"/>
        <pc:sldMkLst>
          <pc:docMk/>
          <pc:sldMk cId="1611035963" sldId="256"/>
        </pc:sldMkLst>
        <pc:spChg chg="mod">
          <ac:chgData name="Mehmedali Abdiu (s)" userId="6ba2def0-b9b1-4049-863c-8bfc2eb26721" providerId="ADAL" clId="{45502CF0-928D-44D5-8886-D139521CFA9E}" dt="2026-05-24T14:20:35.514" v="851" actId="1076"/>
          <ac:spMkLst>
            <pc:docMk/>
            <pc:sldMk cId="1611035963" sldId="256"/>
            <ac:spMk id="2" creationId="{1B14668C-1554-9F89-BD70-983A2DFDCAAB}"/>
          </ac:spMkLst>
        </pc:spChg>
        <pc:spChg chg="mod">
          <ac:chgData name="Mehmedali Abdiu (s)" userId="6ba2def0-b9b1-4049-863c-8bfc2eb26721" providerId="ADAL" clId="{45502CF0-928D-44D5-8886-D139521CFA9E}" dt="2026-05-24T14:17:10.261" v="826" actId="26606"/>
          <ac:spMkLst>
            <pc:docMk/>
            <pc:sldMk cId="1611035963" sldId="256"/>
            <ac:spMk id="3" creationId="{DA7AA85C-CE97-89D0-4347-111DB5558375}"/>
          </ac:spMkLst>
        </pc:spChg>
        <pc:spChg chg="add del">
          <ac:chgData name="Mehmedali Abdiu (s)" userId="6ba2def0-b9b1-4049-863c-8bfc2eb26721" providerId="ADAL" clId="{45502CF0-928D-44D5-8886-D139521CFA9E}" dt="2026-05-24T14:17:10.261" v="826" actId="26606"/>
          <ac:spMkLst>
            <pc:docMk/>
            <pc:sldMk cId="1611035963" sldId="256"/>
            <ac:spMk id="26" creationId="{1EADCAF8-8823-4E89-8612-21029831A4B2}"/>
          </ac:spMkLst>
        </pc:spChg>
        <pc:spChg chg="add del">
          <ac:chgData name="Mehmedali Abdiu (s)" userId="6ba2def0-b9b1-4049-863c-8bfc2eb26721" providerId="ADAL" clId="{45502CF0-928D-44D5-8886-D139521CFA9E}" dt="2026-05-24T14:17:10.261" v="826" actId="26606"/>
          <ac:spMkLst>
            <pc:docMk/>
            <pc:sldMk cId="1611035963" sldId="256"/>
            <ac:spMk id="27" creationId="{28CA07B2-0819-4B62-9425-7A52BBDD7070}"/>
          </ac:spMkLst>
        </pc:spChg>
        <pc:spChg chg="add del">
          <ac:chgData name="Mehmedali Abdiu (s)" userId="6ba2def0-b9b1-4049-863c-8bfc2eb26721" providerId="ADAL" clId="{45502CF0-928D-44D5-8886-D139521CFA9E}" dt="2026-05-24T14:17:10.261" v="826" actId="26606"/>
          <ac:spMkLst>
            <pc:docMk/>
            <pc:sldMk cId="1611035963" sldId="256"/>
            <ac:spMk id="45" creationId="{E0AE394F-AFF1-4485-AF1F-7387A2F041AA}"/>
          </ac:spMkLst>
        </pc:spChg>
        <pc:spChg chg="add del">
          <ac:chgData name="Mehmedali Abdiu (s)" userId="6ba2def0-b9b1-4049-863c-8bfc2eb26721" providerId="ADAL" clId="{45502CF0-928D-44D5-8886-D139521CFA9E}" dt="2026-05-24T14:17:10.261" v="826" actId="26606"/>
          <ac:spMkLst>
            <pc:docMk/>
            <pc:sldMk cId="1611035963" sldId="256"/>
            <ac:spMk id="47" creationId="{5683D043-25BB-4AC9-8130-641179672614}"/>
          </ac:spMkLst>
        </pc:spChg>
        <pc:spChg chg="add del">
          <ac:chgData name="Mehmedali Abdiu (s)" userId="6ba2def0-b9b1-4049-863c-8bfc2eb26721" providerId="ADAL" clId="{45502CF0-928D-44D5-8886-D139521CFA9E}" dt="2026-05-24T14:17:10.261" v="826" actId="26606"/>
          <ac:spMkLst>
            <pc:docMk/>
            <pc:sldMk cId="1611035963" sldId="256"/>
            <ac:spMk id="49" creationId="{AA61CCAC-6875-474C-8E9E-F57ABF078C2B}"/>
          </ac:spMkLst>
        </pc:spChg>
        <pc:grpChg chg="add del">
          <ac:chgData name="Mehmedali Abdiu (s)" userId="6ba2def0-b9b1-4049-863c-8bfc2eb26721" providerId="ADAL" clId="{45502CF0-928D-44D5-8886-D139521CFA9E}" dt="2026-05-24T14:17:10.261" v="826" actId="26606"/>
          <ac:grpSpMkLst>
            <pc:docMk/>
            <pc:sldMk cId="1611035963" sldId="256"/>
            <ac:grpSpMk id="28" creationId="{DA02BEE4-A5D4-40AF-882D-49D34B086FFF}"/>
          </ac:grpSpMkLst>
        </pc:grpChg>
        <pc:picChg chg="add del mod">
          <ac:chgData name="Mehmedali Abdiu (s)" userId="6ba2def0-b9b1-4049-863c-8bfc2eb26721" providerId="ADAL" clId="{45502CF0-928D-44D5-8886-D139521CFA9E}" dt="2026-05-24T14:17:10.261" v="826" actId="26606"/>
          <ac:picMkLst>
            <pc:docMk/>
            <pc:sldMk cId="1611035963" sldId="256"/>
            <ac:picMk id="41" creationId="{3C53CC2D-78ED-078C-089D-49050D9AF548}"/>
          </ac:picMkLst>
        </pc:picChg>
      </pc:sldChg>
      <pc:sldChg chg="addSp delSp modSp mod modTransition">
        <pc:chgData name="Mehmedali Abdiu (s)" userId="6ba2def0-b9b1-4049-863c-8bfc2eb26721" providerId="ADAL" clId="{45502CF0-928D-44D5-8886-D139521CFA9E}" dt="2026-05-24T14:13:42.207" v="803"/>
        <pc:sldMkLst>
          <pc:docMk/>
          <pc:sldMk cId="2056703456" sldId="257"/>
        </pc:sldMkLst>
        <pc:spChg chg="add del">
          <ac:chgData name="Mehmedali Abdiu (s)" userId="6ba2def0-b9b1-4049-863c-8bfc2eb26721" providerId="ADAL" clId="{45502CF0-928D-44D5-8886-D139521CFA9E}" dt="2026-05-24T13:36:11.348" v="47" actId="478"/>
          <ac:spMkLst>
            <pc:docMk/>
            <pc:sldMk cId="2056703456" sldId="257"/>
            <ac:spMk id="10" creationId="{484647F6-0208-F146-3FFE-594F5EB33779}"/>
          </ac:spMkLst>
        </pc:spChg>
        <pc:spChg chg="add del mod">
          <ac:chgData name="Mehmedali Abdiu (s)" userId="6ba2def0-b9b1-4049-863c-8bfc2eb26721" providerId="ADAL" clId="{45502CF0-928D-44D5-8886-D139521CFA9E}" dt="2026-05-24T13:36:32.363" v="50" actId="478"/>
          <ac:spMkLst>
            <pc:docMk/>
            <pc:sldMk cId="2056703456" sldId="257"/>
            <ac:spMk id="11" creationId="{A9679276-96EA-742A-9F61-655C39BE922A}"/>
          </ac:spMkLst>
        </pc:spChg>
        <pc:spChg chg="add del mod">
          <ac:chgData name="Mehmedali Abdiu (s)" userId="6ba2def0-b9b1-4049-863c-8bfc2eb26721" providerId="ADAL" clId="{45502CF0-928D-44D5-8886-D139521CFA9E}" dt="2026-05-24T13:37:21.103" v="53" actId="478"/>
          <ac:spMkLst>
            <pc:docMk/>
            <pc:sldMk cId="2056703456" sldId="257"/>
            <ac:spMk id="12" creationId="{4342C234-5C78-6453-B49F-C8D081094E46}"/>
          </ac:spMkLst>
        </pc:spChg>
        <pc:graphicFrameChg chg="mod modGraphic">
          <ac:chgData name="Mehmedali Abdiu (s)" userId="6ba2def0-b9b1-4049-863c-8bfc2eb26721" providerId="ADAL" clId="{45502CF0-928D-44D5-8886-D139521CFA9E}" dt="2026-05-24T13:35:07.532" v="38" actId="20577"/>
          <ac:graphicFrameMkLst>
            <pc:docMk/>
            <pc:sldMk cId="2056703456" sldId="257"/>
            <ac:graphicFrameMk id="35" creationId="{109F365F-AD97-3E67-214E-6BF17617F5B6}"/>
          </ac:graphicFrameMkLst>
        </pc:graphicFrameChg>
        <pc:cxnChg chg="add del mod">
          <ac:chgData name="Mehmedali Abdiu (s)" userId="6ba2def0-b9b1-4049-863c-8bfc2eb26721" providerId="ADAL" clId="{45502CF0-928D-44D5-8886-D139521CFA9E}" dt="2026-05-24T13:35:46.395" v="43" actId="478"/>
          <ac:cxnSpMkLst>
            <pc:docMk/>
            <pc:sldMk cId="2056703456" sldId="257"/>
            <ac:cxnSpMk id="5" creationId="{DCF1E23A-153D-F98B-6A77-A0E37BF38315}"/>
          </ac:cxnSpMkLst>
        </pc:cxnChg>
        <pc:cxnChg chg="add del">
          <ac:chgData name="Mehmedali Abdiu (s)" userId="6ba2def0-b9b1-4049-863c-8bfc2eb26721" providerId="ADAL" clId="{45502CF0-928D-44D5-8886-D139521CFA9E}" dt="2026-05-24T13:35:56.722" v="45" actId="478"/>
          <ac:cxnSpMkLst>
            <pc:docMk/>
            <pc:sldMk cId="2056703456" sldId="257"/>
            <ac:cxnSpMk id="9" creationId="{7F0CFF5A-05C2-8432-600C-899A149ACA75}"/>
          </ac:cxnSpMkLst>
        </pc:cxnChg>
      </pc:sldChg>
      <pc:sldChg chg="addSp delSp modSp mod modTransition modAnim">
        <pc:chgData name="Mehmedali Abdiu (s)" userId="6ba2def0-b9b1-4049-863c-8bfc2eb26721" providerId="ADAL" clId="{45502CF0-928D-44D5-8886-D139521CFA9E}" dt="2026-05-24T14:15:31.510" v="813" actId="26606"/>
        <pc:sldMkLst>
          <pc:docMk/>
          <pc:sldMk cId="4115155203" sldId="258"/>
        </pc:sldMkLst>
        <pc:spChg chg="mod">
          <ac:chgData name="Mehmedali Abdiu (s)" userId="6ba2def0-b9b1-4049-863c-8bfc2eb26721" providerId="ADAL" clId="{45502CF0-928D-44D5-8886-D139521CFA9E}" dt="2026-05-24T14:15:31.510" v="813" actId="26606"/>
          <ac:spMkLst>
            <pc:docMk/>
            <pc:sldMk cId="4115155203" sldId="258"/>
            <ac:spMk id="2" creationId="{93F7E1B9-41AD-C495-00C0-5D0A87EF0C9D}"/>
          </ac:spMkLst>
        </pc:spChg>
        <pc:spChg chg="add del">
          <ac:chgData name="Mehmedali Abdiu (s)" userId="6ba2def0-b9b1-4049-863c-8bfc2eb26721" providerId="ADAL" clId="{45502CF0-928D-44D5-8886-D139521CFA9E}" dt="2026-05-24T14:15:31.510" v="813" actId="26606"/>
          <ac:spMkLst>
            <pc:docMk/>
            <pc:sldMk cId="4115155203" sldId="258"/>
            <ac:spMk id="3" creationId="{E6B65A34-5C7F-5745-6BE5-9469B0ABF7C7}"/>
          </ac:spMkLst>
        </pc:spChg>
        <pc:spChg chg="add del">
          <ac:chgData name="Mehmedali Abdiu (s)" userId="6ba2def0-b9b1-4049-863c-8bfc2eb26721" providerId="ADAL" clId="{45502CF0-928D-44D5-8886-D139521CFA9E}" dt="2026-05-24T14:15:31.510" v="813" actId="26606"/>
          <ac:spMkLst>
            <pc:docMk/>
            <pc:sldMk cId="4115155203" sldId="258"/>
            <ac:spMk id="8" creationId="{43C823D3-D619-407C-89E0-C6F6B1E7A42A}"/>
          </ac:spMkLst>
        </pc:spChg>
        <pc:spChg chg="add del">
          <ac:chgData name="Mehmedali Abdiu (s)" userId="6ba2def0-b9b1-4049-863c-8bfc2eb26721" providerId="ADAL" clId="{45502CF0-928D-44D5-8886-D139521CFA9E}" dt="2026-05-24T14:15:31.510" v="813" actId="26606"/>
          <ac:spMkLst>
            <pc:docMk/>
            <pc:sldMk cId="4115155203" sldId="258"/>
            <ac:spMk id="10" creationId="{047F8E3E-2FFA-4A0F-B3C7-E57ADDCFB415}"/>
          </ac:spMkLst>
        </pc:spChg>
        <pc:spChg chg="add">
          <ac:chgData name="Mehmedali Abdiu (s)" userId="6ba2def0-b9b1-4049-863c-8bfc2eb26721" providerId="ADAL" clId="{45502CF0-928D-44D5-8886-D139521CFA9E}" dt="2026-05-24T14:15:31.510" v="813" actId="26606"/>
          <ac:spMkLst>
            <pc:docMk/>
            <pc:sldMk cId="4115155203" sldId="258"/>
            <ac:spMk id="27" creationId="{18873D23-2DCF-4B31-A009-95721C06E8E1}"/>
          </ac:spMkLst>
        </pc:spChg>
        <pc:spChg chg="add del">
          <ac:chgData name="Mehmedali Abdiu (s)" userId="6ba2def0-b9b1-4049-863c-8bfc2eb26721" providerId="ADAL" clId="{45502CF0-928D-44D5-8886-D139521CFA9E}" dt="2026-05-24T14:15:31.499" v="812" actId="26606"/>
          <ac:spMkLst>
            <pc:docMk/>
            <pc:sldMk cId="4115155203" sldId="258"/>
            <ac:spMk id="29" creationId="{EDDBB197-D710-4A4F-A9CA-FD2177498BE8}"/>
          </ac:spMkLst>
        </pc:spChg>
        <pc:spChg chg="add del">
          <ac:chgData name="Mehmedali Abdiu (s)" userId="6ba2def0-b9b1-4049-863c-8bfc2eb26721" providerId="ADAL" clId="{45502CF0-928D-44D5-8886-D139521CFA9E}" dt="2026-05-24T14:15:31.499" v="812" actId="26606"/>
          <ac:spMkLst>
            <pc:docMk/>
            <pc:sldMk cId="4115155203" sldId="258"/>
            <ac:spMk id="30" creationId="{E6B65A34-5C7F-5745-6BE5-9469B0ABF7C7}"/>
          </ac:spMkLst>
        </pc:spChg>
        <pc:spChg chg="add del">
          <ac:chgData name="Mehmedali Abdiu (s)" userId="6ba2def0-b9b1-4049-863c-8bfc2eb26721" providerId="ADAL" clId="{45502CF0-928D-44D5-8886-D139521CFA9E}" dt="2026-05-24T14:15:31.499" v="812" actId="26606"/>
          <ac:spMkLst>
            <pc:docMk/>
            <pc:sldMk cId="4115155203" sldId="258"/>
            <ac:spMk id="31" creationId="{975D1CFA-2CDB-4B64-BD9F-85744E8DA12F}"/>
          </ac:spMkLst>
        </pc:spChg>
        <pc:spChg chg="add">
          <ac:chgData name="Mehmedali Abdiu (s)" userId="6ba2def0-b9b1-4049-863c-8bfc2eb26721" providerId="ADAL" clId="{45502CF0-928D-44D5-8886-D139521CFA9E}" dt="2026-05-24T14:15:31.510" v="813" actId="26606"/>
          <ac:spMkLst>
            <pc:docMk/>
            <pc:sldMk cId="4115155203" sldId="258"/>
            <ac:spMk id="39" creationId="{C13EF075-D4EF-4929-ADBC-91B27DA19955}"/>
          </ac:spMkLst>
        </pc:spChg>
        <pc:spChg chg="add">
          <ac:chgData name="Mehmedali Abdiu (s)" userId="6ba2def0-b9b1-4049-863c-8bfc2eb26721" providerId="ADAL" clId="{45502CF0-928D-44D5-8886-D139521CFA9E}" dt="2026-05-24T14:15:31.510" v="813" actId="26606"/>
          <ac:spMkLst>
            <pc:docMk/>
            <pc:sldMk cId="4115155203" sldId="258"/>
            <ac:spMk id="45" creationId="{E6B65A34-5C7F-5745-6BE5-9469B0ABF7C7}"/>
          </ac:spMkLst>
        </pc:spChg>
        <pc:grpChg chg="del">
          <ac:chgData name="Mehmedali Abdiu (s)" userId="6ba2def0-b9b1-4049-863c-8bfc2eb26721" providerId="ADAL" clId="{45502CF0-928D-44D5-8886-D139521CFA9E}" dt="2026-05-24T14:15:31.510" v="813" actId="26606"/>
          <ac:grpSpMkLst>
            <pc:docMk/>
            <pc:sldMk cId="4115155203" sldId="258"/>
            <ac:grpSpMk id="12" creationId="{33D939F1-7ABE-4D0E-946A-43F37F556AFD}"/>
          </ac:grpSpMkLst>
        </pc:grpChg>
        <pc:grpChg chg="add del">
          <ac:chgData name="Mehmedali Abdiu (s)" userId="6ba2def0-b9b1-4049-863c-8bfc2eb26721" providerId="ADAL" clId="{45502CF0-928D-44D5-8886-D139521CFA9E}" dt="2026-05-24T14:15:31.510" v="813" actId="26606"/>
          <ac:grpSpMkLst>
            <pc:docMk/>
            <pc:sldMk cId="4115155203" sldId="258"/>
            <ac:grpSpMk id="18" creationId="{9DB3963A-4187-4A72-9DA4-CA6BADE22931}"/>
          </ac:grpSpMkLst>
        </pc:grpChg>
        <pc:grpChg chg="add del">
          <ac:chgData name="Mehmedali Abdiu (s)" userId="6ba2def0-b9b1-4049-863c-8bfc2eb26721" providerId="ADAL" clId="{45502CF0-928D-44D5-8886-D139521CFA9E}" dt="2026-05-24T14:15:31.499" v="812" actId="26606"/>
          <ac:grpSpMkLst>
            <pc:docMk/>
            <pc:sldMk cId="4115155203" sldId="258"/>
            <ac:grpSpMk id="33" creationId="{25EE5136-01F1-466C-962D-BA9B4C6757AA}"/>
          </ac:grpSpMkLst>
        </pc:grpChg>
        <pc:grpChg chg="add">
          <ac:chgData name="Mehmedali Abdiu (s)" userId="6ba2def0-b9b1-4049-863c-8bfc2eb26721" providerId="ADAL" clId="{45502CF0-928D-44D5-8886-D139521CFA9E}" dt="2026-05-24T14:15:31.510" v="813" actId="26606"/>
          <ac:grpSpMkLst>
            <pc:docMk/>
            <pc:sldMk cId="4115155203" sldId="258"/>
            <ac:grpSpMk id="40" creationId="{DAA26DFA-AAB2-4973-9C17-16D587C7B198}"/>
          </ac:grpSpMkLst>
        </pc:grpChg>
        <pc:graphicFrameChg chg="add del">
          <ac:chgData name="Mehmedali Abdiu (s)" userId="6ba2def0-b9b1-4049-863c-8bfc2eb26721" providerId="ADAL" clId="{45502CF0-928D-44D5-8886-D139521CFA9E}" dt="2026-05-24T14:15:23.911" v="806" actId="26606"/>
          <ac:graphicFrameMkLst>
            <pc:docMk/>
            <pc:sldMk cId="4115155203" sldId="258"/>
            <ac:graphicFrameMk id="24" creationId="{5C1BF326-928D-AA90-A041-79C9A3B8CCFE}"/>
          </ac:graphicFrameMkLst>
        </pc:graphicFrameChg>
        <pc:graphicFrameChg chg="add del">
          <ac:chgData name="Mehmedali Abdiu (s)" userId="6ba2def0-b9b1-4049-863c-8bfc2eb26721" providerId="ADAL" clId="{45502CF0-928D-44D5-8886-D139521CFA9E}" dt="2026-05-24T14:15:25.689" v="808" actId="26606"/>
          <ac:graphicFrameMkLst>
            <pc:docMk/>
            <pc:sldMk cId="4115155203" sldId="258"/>
            <ac:graphicFrameMk id="26" creationId="{B8455AEE-E466-03C2-AF89-59ABB002E87E}"/>
          </ac:graphicFrameMkLst>
        </pc:graphicFrameChg>
        <pc:graphicFrameChg chg="add del">
          <ac:chgData name="Mehmedali Abdiu (s)" userId="6ba2def0-b9b1-4049-863c-8bfc2eb26721" providerId="ADAL" clId="{45502CF0-928D-44D5-8886-D139521CFA9E}" dt="2026-05-24T14:15:28.488" v="810" actId="26606"/>
          <ac:graphicFrameMkLst>
            <pc:docMk/>
            <pc:sldMk cId="4115155203" sldId="258"/>
            <ac:graphicFrameMk id="28" creationId="{5C1BF326-928D-AA90-A041-79C9A3B8CCFE}"/>
          </ac:graphicFrameMkLst>
        </pc:graphicFrameChg>
        <pc:picChg chg="add del">
          <ac:chgData name="Mehmedali Abdiu (s)" userId="6ba2def0-b9b1-4049-863c-8bfc2eb26721" providerId="ADAL" clId="{45502CF0-928D-44D5-8886-D139521CFA9E}" dt="2026-05-24T14:15:31.499" v="812" actId="26606"/>
          <ac:picMkLst>
            <pc:docMk/>
            <pc:sldMk cId="4115155203" sldId="258"/>
            <ac:picMk id="32" creationId="{D4B80630-206F-3542-851C-C7A2ACCC74A3}"/>
          </ac:picMkLst>
        </pc:picChg>
      </pc:sldChg>
      <pc:sldChg chg="modTransition modAnim">
        <pc:chgData name="Mehmedali Abdiu (s)" userId="6ba2def0-b9b1-4049-863c-8bfc2eb26721" providerId="ADAL" clId="{45502CF0-928D-44D5-8886-D139521CFA9E}" dt="2026-05-24T14:19:42.371" v="848"/>
        <pc:sldMkLst>
          <pc:docMk/>
          <pc:sldMk cId="708533779" sldId="261"/>
        </pc:sldMkLst>
      </pc:sldChg>
      <pc:sldChg chg="modTransition">
        <pc:chgData name="Mehmedali Abdiu (s)" userId="6ba2def0-b9b1-4049-863c-8bfc2eb26721" providerId="ADAL" clId="{45502CF0-928D-44D5-8886-D139521CFA9E}" dt="2026-05-24T14:13:42.207" v="803"/>
        <pc:sldMkLst>
          <pc:docMk/>
          <pc:sldMk cId="4202104149" sldId="262"/>
        </pc:sldMkLst>
      </pc:sldChg>
      <pc:sldChg chg="modTransition">
        <pc:chgData name="Mehmedali Abdiu (s)" userId="6ba2def0-b9b1-4049-863c-8bfc2eb26721" providerId="ADAL" clId="{45502CF0-928D-44D5-8886-D139521CFA9E}" dt="2026-05-24T14:13:42.207" v="803"/>
        <pc:sldMkLst>
          <pc:docMk/>
          <pc:sldMk cId="269122045" sldId="263"/>
        </pc:sldMkLst>
      </pc:sldChg>
      <pc:sldChg chg="modSp modTransition modAnim">
        <pc:chgData name="Mehmedali Abdiu (s)" userId="6ba2def0-b9b1-4049-863c-8bfc2eb26721" providerId="ADAL" clId="{45502CF0-928D-44D5-8886-D139521CFA9E}" dt="2026-05-24T14:20:26.237" v="849"/>
        <pc:sldMkLst>
          <pc:docMk/>
          <pc:sldMk cId="1822015730" sldId="264"/>
        </pc:sldMkLst>
        <pc:spChg chg="mod">
          <ac:chgData name="Mehmedali Abdiu (s)" userId="6ba2def0-b9b1-4049-863c-8bfc2eb26721" providerId="ADAL" clId="{45502CF0-928D-44D5-8886-D139521CFA9E}" dt="2026-05-24T14:08:21.460" v="772"/>
          <ac:spMkLst>
            <pc:docMk/>
            <pc:sldMk cId="1822015730" sldId="264"/>
            <ac:spMk id="2" creationId="{59FFD96E-0374-7A4B-1629-8E6345607E66}"/>
          </ac:spMkLst>
        </pc:spChg>
      </pc:sldChg>
      <pc:sldChg chg="addSp delSp modSp mod modTransition">
        <pc:chgData name="Mehmedali Abdiu (s)" userId="6ba2def0-b9b1-4049-863c-8bfc2eb26721" providerId="ADAL" clId="{45502CF0-928D-44D5-8886-D139521CFA9E}" dt="2026-05-24T14:14:47.117" v="804" actId="26606"/>
        <pc:sldMkLst>
          <pc:docMk/>
          <pc:sldMk cId="45203191" sldId="266"/>
        </pc:sldMkLst>
        <pc:spChg chg="mod">
          <ac:chgData name="Mehmedali Abdiu (s)" userId="6ba2def0-b9b1-4049-863c-8bfc2eb26721" providerId="ADAL" clId="{45502CF0-928D-44D5-8886-D139521CFA9E}" dt="2026-05-24T14:14:47.117" v="804" actId="26606"/>
          <ac:spMkLst>
            <pc:docMk/>
            <pc:sldMk cId="45203191" sldId="266"/>
            <ac:spMk id="2" creationId="{86FFCF9A-A59A-3D98-B117-A920A77A3053}"/>
          </ac:spMkLst>
        </pc:spChg>
        <pc:spChg chg="mod">
          <ac:chgData name="Mehmedali Abdiu (s)" userId="6ba2def0-b9b1-4049-863c-8bfc2eb26721" providerId="ADAL" clId="{45502CF0-928D-44D5-8886-D139521CFA9E}" dt="2026-05-24T14:14:47.117" v="804" actId="26606"/>
          <ac:spMkLst>
            <pc:docMk/>
            <pc:sldMk cId="45203191" sldId="266"/>
            <ac:spMk id="3" creationId="{9836A20E-2603-50DB-DD91-CAF677BB645B}"/>
          </ac:spMkLst>
        </pc:spChg>
        <pc:spChg chg="del">
          <ac:chgData name="Mehmedali Abdiu (s)" userId="6ba2def0-b9b1-4049-863c-8bfc2eb26721" providerId="ADAL" clId="{45502CF0-928D-44D5-8886-D139521CFA9E}" dt="2026-05-24T14:14:47.117" v="804" actId="26606"/>
          <ac:spMkLst>
            <pc:docMk/>
            <pc:sldMk cId="45203191" sldId="266"/>
            <ac:spMk id="8" creationId="{43C823D3-D619-407C-89E0-C6F6B1E7A42A}"/>
          </ac:spMkLst>
        </pc:spChg>
        <pc:spChg chg="del">
          <ac:chgData name="Mehmedali Abdiu (s)" userId="6ba2def0-b9b1-4049-863c-8bfc2eb26721" providerId="ADAL" clId="{45502CF0-928D-44D5-8886-D139521CFA9E}" dt="2026-05-24T14:14:47.117" v="804" actId="26606"/>
          <ac:spMkLst>
            <pc:docMk/>
            <pc:sldMk cId="45203191" sldId="266"/>
            <ac:spMk id="10" creationId="{047F8E3E-2FFA-4A0F-B3C7-E57ADDCFB415}"/>
          </ac:spMkLst>
        </pc:spChg>
        <pc:spChg chg="add">
          <ac:chgData name="Mehmedali Abdiu (s)" userId="6ba2def0-b9b1-4049-863c-8bfc2eb26721" providerId="ADAL" clId="{45502CF0-928D-44D5-8886-D139521CFA9E}" dt="2026-05-24T14:14:47.117" v="804" actId="26606"/>
          <ac:spMkLst>
            <pc:docMk/>
            <pc:sldMk cId="45203191" sldId="266"/>
            <ac:spMk id="27" creationId="{18873D23-2DCF-4B31-A009-95721C06E8E1}"/>
          </ac:spMkLst>
        </pc:spChg>
        <pc:spChg chg="add">
          <ac:chgData name="Mehmedali Abdiu (s)" userId="6ba2def0-b9b1-4049-863c-8bfc2eb26721" providerId="ADAL" clId="{45502CF0-928D-44D5-8886-D139521CFA9E}" dt="2026-05-24T14:14:47.117" v="804" actId="26606"/>
          <ac:spMkLst>
            <pc:docMk/>
            <pc:sldMk cId="45203191" sldId="266"/>
            <ac:spMk id="29" creationId="{C13EF075-D4EF-4929-ADBC-91B27DA19955}"/>
          </ac:spMkLst>
        </pc:spChg>
        <pc:grpChg chg="del">
          <ac:chgData name="Mehmedali Abdiu (s)" userId="6ba2def0-b9b1-4049-863c-8bfc2eb26721" providerId="ADAL" clId="{45502CF0-928D-44D5-8886-D139521CFA9E}" dt="2026-05-24T14:14:47.117" v="804" actId="26606"/>
          <ac:grpSpMkLst>
            <pc:docMk/>
            <pc:sldMk cId="45203191" sldId="266"/>
            <ac:grpSpMk id="12" creationId="{33D939F1-7ABE-4D0E-946A-43F37F556AFD}"/>
          </ac:grpSpMkLst>
        </pc:grpChg>
        <pc:grpChg chg="del">
          <ac:chgData name="Mehmedali Abdiu (s)" userId="6ba2def0-b9b1-4049-863c-8bfc2eb26721" providerId="ADAL" clId="{45502CF0-928D-44D5-8886-D139521CFA9E}" dt="2026-05-24T14:14:47.117" v="804" actId="26606"/>
          <ac:grpSpMkLst>
            <pc:docMk/>
            <pc:sldMk cId="45203191" sldId="266"/>
            <ac:grpSpMk id="18" creationId="{9DB3963A-4187-4A72-9DA4-CA6BADE22931}"/>
          </ac:grpSpMkLst>
        </pc:grpChg>
        <pc:grpChg chg="add">
          <ac:chgData name="Mehmedali Abdiu (s)" userId="6ba2def0-b9b1-4049-863c-8bfc2eb26721" providerId="ADAL" clId="{45502CF0-928D-44D5-8886-D139521CFA9E}" dt="2026-05-24T14:14:47.117" v="804" actId="26606"/>
          <ac:grpSpMkLst>
            <pc:docMk/>
            <pc:sldMk cId="45203191" sldId="266"/>
            <ac:grpSpMk id="31" creationId="{DAA26DFA-AAB2-4973-9C17-16D587C7B198}"/>
          </ac:grpSpMkLst>
        </pc:grpChg>
      </pc:sldChg>
      <pc:sldChg chg="addSp delSp mod modTransition">
        <pc:chgData name="Mehmedali Abdiu (s)" userId="6ba2def0-b9b1-4049-863c-8bfc2eb26721" providerId="ADAL" clId="{45502CF0-928D-44D5-8886-D139521CFA9E}" dt="2026-05-24T14:16:19.348" v="821" actId="26606"/>
        <pc:sldMkLst>
          <pc:docMk/>
          <pc:sldMk cId="2704967900" sldId="268"/>
        </pc:sldMkLst>
        <pc:spChg chg="add del">
          <ac:chgData name="Mehmedali Abdiu (s)" userId="6ba2def0-b9b1-4049-863c-8bfc2eb26721" providerId="ADAL" clId="{45502CF0-928D-44D5-8886-D139521CFA9E}" dt="2026-05-24T14:16:19.348" v="821" actId="26606"/>
          <ac:spMkLst>
            <pc:docMk/>
            <pc:sldMk cId="2704967900" sldId="268"/>
            <ac:spMk id="4" creationId="{6015E43E-E2CE-E463-8384-53BF46843E44}"/>
          </ac:spMkLst>
        </pc:spChg>
        <pc:graphicFrameChg chg="add del">
          <ac:chgData name="Mehmedali Abdiu (s)" userId="6ba2def0-b9b1-4049-863c-8bfc2eb26721" providerId="ADAL" clId="{45502CF0-928D-44D5-8886-D139521CFA9E}" dt="2026-05-24T14:16:10.401" v="819" actId="26606"/>
          <ac:graphicFrameMkLst>
            <pc:docMk/>
            <pc:sldMk cId="2704967900" sldId="268"/>
            <ac:graphicFrameMk id="8" creationId="{2F4EDAAF-0571-52D7-599B-CFC6305645D1}"/>
          </ac:graphicFrameMkLst>
        </pc:graphicFrameChg>
        <pc:graphicFrameChg chg="add del">
          <ac:chgData name="Mehmedali Abdiu (s)" userId="6ba2def0-b9b1-4049-863c-8bfc2eb26721" providerId="ADAL" clId="{45502CF0-928D-44D5-8886-D139521CFA9E}" dt="2026-05-24T14:16:19.348" v="821" actId="26606"/>
          <ac:graphicFrameMkLst>
            <pc:docMk/>
            <pc:sldMk cId="2704967900" sldId="268"/>
            <ac:graphicFrameMk id="10" creationId="{C6A3CD5A-2B31-7ED1-35A3-83A3BC6242EF}"/>
          </ac:graphicFrameMkLst>
        </pc:graphicFrameChg>
      </pc:sldChg>
      <pc:sldChg chg="addSp delSp modSp del mod setBg">
        <pc:chgData name="Mehmedali Abdiu (s)" userId="6ba2def0-b9b1-4049-863c-8bfc2eb26721" providerId="ADAL" clId="{45502CF0-928D-44D5-8886-D139521CFA9E}" dt="2026-05-24T14:12:36.270" v="797" actId="47"/>
        <pc:sldMkLst>
          <pc:docMk/>
          <pc:sldMk cId="1946369829" sldId="269"/>
        </pc:sldMkLst>
        <pc:spChg chg="add del mod">
          <ac:chgData name="Mehmedali Abdiu (s)" userId="6ba2def0-b9b1-4049-863c-8bfc2eb26721" providerId="ADAL" clId="{45502CF0-928D-44D5-8886-D139521CFA9E}" dt="2026-05-24T14:12:09.531" v="789" actId="21"/>
          <ac:spMkLst>
            <pc:docMk/>
            <pc:sldMk cId="1946369829" sldId="269"/>
            <ac:spMk id="4" creationId="{5D269B2C-0BF5-62FF-49B8-64FA4C5252AB}"/>
          </ac:spMkLst>
        </pc:spChg>
        <pc:graphicFrameChg chg="add del mod modGraphic">
          <ac:chgData name="Mehmedali Abdiu (s)" userId="6ba2def0-b9b1-4049-863c-8bfc2eb26721" providerId="ADAL" clId="{45502CF0-928D-44D5-8886-D139521CFA9E}" dt="2026-05-24T14:12:09.531" v="789" actId="21"/>
          <ac:graphicFrameMkLst>
            <pc:docMk/>
            <pc:sldMk cId="1946369829" sldId="269"/>
            <ac:graphicFrameMk id="5" creationId="{3DA450B1-9A6B-6F64-8C20-47E50DF2908A}"/>
          </ac:graphicFrameMkLst>
        </pc:graphicFrameChg>
      </pc:sldChg>
      <pc:sldChg chg="addSp modSp mod ord modTransition setBg">
        <pc:chgData name="Mehmedali Abdiu (s)" userId="6ba2def0-b9b1-4049-863c-8bfc2eb26721" providerId="ADAL" clId="{45502CF0-928D-44D5-8886-D139521CFA9E}" dt="2026-05-24T14:21:55.284" v="863" actId="12"/>
        <pc:sldMkLst>
          <pc:docMk/>
          <pc:sldMk cId="1885958964" sldId="270"/>
        </pc:sldMkLst>
        <pc:spChg chg="mod">
          <ac:chgData name="Mehmedali Abdiu (s)" userId="6ba2def0-b9b1-4049-863c-8bfc2eb26721" providerId="ADAL" clId="{45502CF0-928D-44D5-8886-D139521CFA9E}" dt="2026-05-24T14:15:56.113" v="817" actId="26606"/>
          <ac:spMkLst>
            <pc:docMk/>
            <pc:sldMk cId="1885958964" sldId="270"/>
            <ac:spMk id="2" creationId="{4F8BD119-595B-A2E6-D260-FB3B07913293}"/>
          </ac:spMkLst>
        </pc:spChg>
        <pc:spChg chg="mod">
          <ac:chgData name="Mehmedali Abdiu (s)" userId="6ba2def0-b9b1-4049-863c-8bfc2eb26721" providerId="ADAL" clId="{45502CF0-928D-44D5-8886-D139521CFA9E}" dt="2026-05-24T14:21:55.284" v="863" actId="12"/>
          <ac:spMkLst>
            <pc:docMk/>
            <pc:sldMk cId="1885958964" sldId="270"/>
            <ac:spMk id="3" creationId="{72E90F41-17FD-54A8-AB15-7884C6F9A068}"/>
          </ac:spMkLst>
        </pc:spChg>
        <pc:spChg chg="add">
          <ac:chgData name="Mehmedali Abdiu (s)" userId="6ba2def0-b9b1-4049-863c-8bfc2eb26721" providerId="ADAL" clId="{45502CF0-928D-44D5-8886-D139521CFA9E}" dt="2026-05-24T14:15:56.113" v="817" actId="26606"/>
          <ac:spMkLst>
            <pc:docMk/>
            <pc:sldMk cId="1885958964" sldId="270"/>
            <ac:spMk id="8" creationId="{18873D23-2DCF-4B31-A009-95721C06E8E1}"/>
          </ac:spMkLst>
        </pc:spChg>
        <pc:spChg chg="add">
          <ac:chgData name="Mehmedali Abdiu (s)" userId="6ba2def0-b9b1-4049-863c-8bfc2eb26721" providerId="ADAL" clId="{45502CF0-928D-44D5-8886-D139521CFA9E}" dt="2026-05-24T14:15:56.113" v="817" actId="26606"/>
          <ac:spMkLst>
            <pc:docMk/>
            <pc:sldMk cId="1885958964" sldId="270"/>
            <ac:spMk id="10" creationId="{C13EF075-D4EF-4929-ADBC-91B27DA19955}"/>
          </ac:spMkLst>
        </pc:spChg>
        <pc:grpChg chg="add">
          <ac:chgData name="Mehmedali Abdiu (s)" userId="6ba2def0-b9b1-4049-863c-8bfc2eb26721" providerId="ADAL" clId="{45502CF0-928D-44D5-8886-D139521CFA9E}" dt="2026-05-24T14:15:56.113" v="817" actId="26606"/>
          <ac:grpSpMkLst>
            <pc:docMk/>
            <pc:sldMk cId="1885958964" sldId="270"/>
            <ac:grpSpMk id="12" creationId="{DAA26DFA-AAB2-4973-9C17-16D587C7B198}"/>
          </ac:grpSpMkLst>
        </pc:grpChg>
      </pc:sldChg>
      <pc:sldChg chg="addSp delSp modSp add mod ord modTransition setBg">
        <pc:chgData name="Mehmedali Abdiu (s)" userId="6ba2def0-b9b1-4049-863c-8bfc2eb26721" providerId="ADAL" clId="{45502CF0-928D-44D5-8886-D139521CFA9E}" dt="2026-05-24T14:18:46.863" v="847" actId="14100"/>
        <pc:sldMkLst>
          <pc:docMk/>
          <pc:sldMk cId="2822519602" sldId="271"/>
        </pc:sldMkLst>
        <pc:spChg chg="mod">
          <ac:chgData name="Mehmedali Abdiu (s)" userId="6ba2def0-b9b1-4049-863c-8bfc2eb26721" providerId="ADAL" clId="{45502CF0-928D-44D5-8886-D139521CFA9E}" dt="2026-05-24T14:17:52.606" v="834" actId="26606"/>
          <ac:spMkLst>
            <pc:docMk/>
            <pc:sldMk cId="2822519602" sldId="271"/>
            <ac:spMk id="2" creationId="{487683FF-DF97-CAEE-2483-FA062B0564EF}"/>
          </ac:spMkLst>
        </pc:spChg>
        <pc:spChg chg="del mod">
          <ac:chgData name="Mehmedali Abdiu (s)" userId="6ba2def0-b9b1-4049-863c-8bfc2eb26721" providerId="ADAL" clId="{45502CF0-928D-44D5-8886-D139521CFA9E}" dt="2026-05-24T14:12:19.445" v="793" actId="478"/>
          <ac:spMkLst>
            <pc:docMk/>
            <pc:sldMk cId="2822519602" sldId="271"/>
            <ac:spMk id="3" creationId="{1B3DDB89-417B-B554-941D-8B2A9981ED66}"/>
          </ac:spMkLst>
        </pc:spChg>
        <pc:spChg chg="add del">
          <ac:chgData name="Mehmedali Abdiu (s)" userId="6ba2def0-b9b1-4049-863c-8bfc2eb26721" providerId="ADAL" clId="{45502CF0-928D-44D5-8886-D139521CFA9E}" dt="2026-05-24T14:15:42.540" v="815" actId="26606"/>
          <ac:spMkLst>
            <pc:docMk/>
            <pc:sldMk cId="2822519602" sldId="271"/>
            <ac:spMk id="9" creationId="{58086AEC-04C2-4BC4-BFB8-0135965C74A8}"/>
          </ac:spMkLst>
        </pc:spChg>
        <pc:spChg chg="add del">
          <ac:chgData name="Mehmedali Abdiu (s)" userId="6ba2def0-b9b1-4049-863c-8bfc2eb26721" providerId="ADAL" clId="{45502CF0-928D-44D5-8886-D139521CFA9E}" dt="2026-05-24T14:15:42.540" v="815" actId="26606"/>
          <ac:spMkLst>
            <pc:docMk/>
            <pc:sldMk cId="2822519602" sldId="271"/>
            <ac:spMk id="11" creationId="{20C3BE3F-B8A9-4DC9-A867-EC91736FAA07}"/>
          </ac:spMkLst>
        </pc:spChg>
        <pc:spChg chg="add del">
          <ac:chgData name="Mehmedali Abdiu (s)" userId="6ba2def0-b9b1-4049-863c-8bfc2eb26721" providerId="ADAL" clId="{45502CF0-928D-44D5-8886-D139521CFA9E}" dt="2026-05-24T14:16:43.341" v="822" actId="26606"/>
          <ac:spMkLst>
            <pc:docMk/>
            <pc:sldMk cId="2822519602" sldId="271"/>
            <ac:spMk id="20" creationId="{2659FDB4-FCBE-4A89-B46D-43D4FA54464D}"/>
          </ac:spMkLst>
        </pc:spChg>
        <pc:spChg chg="add del">
          <ac:chgData name="Mehmedali Abdiu (s)" userId="6ba2def0-b9b1-4049-863c-8bfc2eb26721" providerId="ADAL" clId="{45502CF0-928D-44D5-8886-D139521CFA9E}" dt="2026-05-24T14:17:52.606" v="834" actId="26606"/>
          <ac:spMkLst>
            <pc:docMk/>
            <pc:sldMk cId="2822519602" sldId="271"/>
            <ac:spMk id="26" creationId="{DCC231C8-C761-4B31-9B1C-C6D19248C6B3}"/>
          </ac:spMkLst>
        </pc:spChg>
        <pc:spChg chg="add del">
          <ac:chgData name="Mehmedali Abdiu (s)" userId="6ba2def0-b9b1-4049-863c-8bfc2eb26721" providerId="ADAL" clId="{45502CF0-928D-44D5-8886-D139521CFA9E}" dt="2026-05-24T14:17:38.636" v="828" actId="26606"/>
          <ac:spMkLst>
            <pc:docMk/>
            <pc:sldMk cId="2822519602" sldId="271"/>
            <ac:spMk id="31" creationId="{5C8908E2-EE49-44D2-9428-A28D2312A8D5}"/>
          </ac:spMkLst>
        </pc:spChg>
        <pc:spChg chg="add del">
          <ac:chgData name="Mehmedali Abdiu (s)" userId="6ba2def0-b9b1-4049-863c-8bfc2eb26721" providerId="ADAL" clId="{45502CF0-928D-44D5-8886-D139521CFA9E}" dt="2026-05-24T14:17:39.388" v="830" actId="26606"/>
          <ac:spMkLst>
            <pc:docMk/>
            <pc:sldMk cId="2822519602" sldId="271"/>
            <ac:spMk id="32" creationId="{B50AB553-2A96-4A92-96F2-93548E096954}"/>
          </ac:spMkLst>
        </pc:spChg>
        <pc:spChg chg="add del">
          <ac:chgData name="Mehmedali Abdiu (s)" userId="6ba2def0-b9b1-4049-863c-8bfc2eb26721" providerId="ADAL" clId="{45502CF0-928D-44D5-8886-D139521CFA9E}" dt="2026-05-24T14:17:47.436" v="832" actId="26606"/>
          <ac:spMkLst>
            <pc:docMk/>
            <pc:sldMk cId="2822519602" sldId="271"/>
            <ac:spMk id="36" creationId="{5C8908E2-EE49-44D2-9428-A28D2312A8D5}"/>
          </ac:spMkLst>
        </pc:spChg>
        <pc:spChg chg="add del">
          <ac:chgData name="Mehmedali Abdiu (s)" userId="6ba2def0-b9b1-4049-863c-8bfc2eb26721" providerId="ADAL" clId="{45502CF0-928D-44D5-8886-D139521CFA9E}" dt="2026-05-24T14:17:38.636" v="828" actId="26606"/>
          <ac:spMkLst>
            <pc:docMk/>
            <pc:sldMk cId="2822519602" sldId="271"/>
            <ac:spMk id="37" creationId="{7449A6C7-D15F-4AA5-BFA5-71A404B47016}"/>
          </ac:spMkLst>
        </pc:spChg>
        <pc:spChg chg="add del">
          <ac:chgData name="Mehmedali Abdiu (s)" userId="6ba2def0-b9b1-4049-863c-8bfc2eb26721" providerId="ADAL" clId="{45502CF0-928D-44D5-8886-D139521CFA9E}" dt="2026-05-24T14:17:38.636" v="828" actId="26606"/>
          <ac:spMkLst>
            <pc:docMk/>
            <pc:sldMk cId="2822519602" sldId="271"/>
            <ac:spMk id="39" creationId="{ED888B23-07FA-482A-96DF-47E31AF1A603}"/>
          </ac:spMkLst>
        </pc:spChg>
        <pc:spChg chg="add del">
          <ac:chgData name="Mehmedali Abdiu (s)" userId="6ba2def0-b9b1-4049-863c-8bfc2eb26721" providerId="ADAL" clId="{45502CF0-928D-44D5-8886-D139521CFA9E}" dt="2026-05-24T14:17:47.436" v="832" actId="26606"/>
          <ac:spMkLst>
            <pc:docMk/>
            <pc:sldMk cId="2822519602" sldId="271"/>
            <ac:spMk id="40" creationId="{7449A6C7-D15F-4AA5-BFA5-71A404B47016}"/>
          </ac:spMkLst>
        </pc:spChg>
        <pc:spChg chg="add del">
          <ac:chgData name="Mehmedali Abdiu (s)" userId="6ba2def0-b9b1-4049-863c-8bfc2eb26721" providerId="ADAL" clId="{45502CF0-928D-44D5-8886-D139521CFA9E}" dt="2026-05-24T14:17:47.436" v="832" actId="26606"/>
          <ac:spMkLst>
            <pc:docMk/>
            <pc:sldMk cId="2822519602" sldId="271"/>
            <ac:spMk id="41" creationId="{ED888B23-07FA-482A-96DF-47E31AF1A603}"/>
          </ac:spMkLst>
        </pc:spChg>
        <pc:spChg chg="add del">
          <ac:chgData name="Mehmedali Abdiu (s)" userId="6ba2def0-b9b1-4049-863c-8bfc2eb26721" providerId="ADAL" clId="{45502CF0-928D-44D5-8886-D139521CFA9E}" dt="2026-05-24T14:17:52.606" v="834" actId="26606"/>
          <ac:spMkLst>
            <pc:docMk/>
            <pc:sldMk cId="2822519602" sldId="271"/>
            <ac:spMk id="44" creationId="{B50AB553-2A96-4A92-96F2-93548E096954}"/>
          </ac:spMkLst>
        </pc:spChg>
        <pc:grpChg chg="add del">
          <ac:chgData name="Mehmedali Abdiu (s)" userId="6ba2def0-b9b1-4049-863c-8bfc2eb26721" providerId="ADAL" clId="{45502CF0-928D-44D5-8886-D139521CFA9E}" dt="2026-05-24T14:15:42.540" v="815" actId="26606"/>
          <ac:grpSpMkLst>
            <pc:docMk/>
            <pc:sldMk cId="2822519602" sldId="271"/>
            <ac:grpSpMk id="13" creationId="{0CA2F3D1-53F2-478B-949B-6D4EA2E4E43E}"/>
          </ac:grpSpMkLst>
        </pc:grpChg>
        <pc:grpChg chg="add del">
          <ac:chgData name="Mehmedali Abdiu (s)" userId="6ba2def0-b9b1-4049-863c-8bfc2eb26721" providerId="ADAL" clId="{45502CF0-928D-44D5-8886-D139521CFA9E}" dt="2026-05-24T14:17:38.636" v="828" actId="26606"/>
          <ac:grpSpMkLst>
            <pc:docMk/>
            <pc:sldMk cId="2822519602" sldId="271"/>
            <ac:grpSpMk id="33" creationId="{05314994-6337-4875-8CF5-652CAFE8342C}"/>
          </ac:grpSpMkLst>
        </pc:grpChg>
        <pc:grpChg chg="add del">
          <ac:chgData name="Mehmedali Abdiu (s)" userId="6ba2def0-b9b1-4049-863c-8bfc2eb26721" providerId="ADAL" clId="{45502CF0-928D-44D5-8886-D139521CFA9E}" dt="2026-05-24T14:17:47.436" v="832" actId="26606"/>
          <ac:grpSpMkLst>
            <pc:docMk/>
            <pc:sldMk cId="2822519602" sldId="271"/>
            <ac:grpSpMk id="38" creationId="{05314994-6337-4875-8CF5-652CAFE8342C}"/>
          </ac:grpSpMkLst>
        </pc:grpChg>
        <pc:graphicFrameChg chg="add mod modGraphic">
          <ac:chgData name="Mehmedali Abdiu (s)" userId="6ba2def0-b9b1-4049-863c-8bfc2eb26721" providerId="ADAL" clId="{45502CF0-928D-44D5-8886-D139521CFA9E}" dt="2026-05-24T14:18:09.690" v="840" actId="20577"/>
          <ac:graphicFrameMkLst>
            <pc:docMk/>
            <pc:sldMk cId="2822519602" sldId="271"/>
            <ac:graphicFrameMk id="4" creationId="{9357B2AC-4440-AC16-27E1-27AB773957DD}"/>
          </ac:graphicFrameMkLst>
        </pc:graphicFrameChg>
        <pc:picChg chg="add mod">
          <ac:chgData name="Mehmedali Abdiu (s)" userId="6ba2def0-b9b1-4049-863c-8bfc2eb26721" providerId="ADAL" clId="{45502CF0-928D-44D5-8886-D139521CFA9E}" dt="2026-05-24T14:18:46.863" v="847" actId="14100"/>
          <ac:picMkLst>
            <pc:docMk/>
            <pc:sldMk cId="2822519602" sldId="271"/>
            <ac:picMk id="6" creationId="{CE87277A-1FD2-7888-2119-75A90DAC7DFD}"/>
          </ac:picMkLst>
        </pc:picChg>
        <pc:picChg chg="add del">
          <ac:chgData name="Mehmedali Abdiu (s)" userId="6ba2def0-b9b1-4049-863c-8bfc2eb26721" providerId="ADAL" clId="{45502CF0-928D-44D5-8886-D139521CFA9E}" dt="2026-05-24T14:17:39.388" v="830" actId="26606"/>
          <ac:picMkLst>
            <pc:docMk/>
            <pc:sldMk cId="2822519602" sldId="271"/>
            <ac:picMk id="28" creationId="{6E9DB371-96A3-8CCC-50A0-C08BD3037570}"/>
          </ac:picMkLst>
        </pc:picChg>
        <pc:picChg chg="add del">
          <ac:chgData name="Mehmedali Abdiu (s)" userId="6ba2def0-b9b1-4049-863c-8bfc2eb26721" providerId="ADAL" clId="{45502CF0-928D-44D5-8886-D139521CFA9E}" dt="2026-05-24T14:17:52.606" v="834" actId="26606"/>
          <ac:picMkLst>
            <pc:docMk/>
            <pc:sldMk cId="2822519602" sldId="271"/>
            <ac:picMk id="43" creationId="{6E9DB371-96A3-8CCC-50A0-C08BD3037570}"/>
          </ac:picMkLst>
        </pc:picChg>
        <pc:cxnChg chg="add del">
          <ac:chgData name="Mehmedali Abdiu (s)" userId="6ba2def0-b9b1-4049-863c-8bfc2eb26721" providerId="ADAL" clId="{45502CF0-928D-44D5-8886-D139521CFA9E}" dt="2026-05-24T14:16:43.341" v="822" actId="26606"/>
          <ac:cxnSpMkLst>
            <pc:docMk/>
            <pc:sldMk cId="2822519602" sldId="271"/>
            <ac:cxnSpMk id="21" creationId="{C8F51B3F-8331-4E4A-AE96-D47B1006EEAD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D765FA-6B06-489F-97C3-896C1CE8C462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EEDAFAB-BE99-409B-8D3E-CA2422E95539}">
      <dgm:prSet/>
      <dgm:spPr/>
      <dgm:t>
        <a:bodyPr/>
        <a:lstStyle/>
        <a:p>
          <a:r>
            <a:rPr lang="de-CH"/>
            <a:t>Themawahl</a:t>
          </a:r>
          <a:endParaRPr lang="en-US"/>
        </a:p>
      </dgm:t>
    </dgm:pt>
    <dgm:pt modelId="{FFC9AA9C-A23E-47E6-BF94-B2BC3A4DC2BF}" type="parTrans" cxnId="{A85D8BA9-DBB4-466E-9956-ECCD6E42B847}">
      <dgm:prSet/>
      <dgm:spPr/>
      <dgm:t>
        <a:bodyPr/>
        <a:lstStyle/>
        <a:p>
          <a:endParaRPr lang="en-US"/>
        </a:p>
      </dgm:t>
    </dgm:pt>
    <dgm:pt modelId="{7E4293F0-03F3-4607-9E1A-80519F486F0E}" type="sibTrans" cxnId="{A85D8BA9-DBB4-466E-9956-ECCD6E42B847}">
      <dgm:prSet/>
      <dgm:spPr/>
      <dgm:t>
        <a:bodyPr/>
        <a:lstStyle/>
        <a:p>
          <a:endParaRPr lang="en-US"/>
        </a:p>
      </dgm:t>
    </dgm:pt>
    <dgm:pt modelId="{652733F6-F553-4651-B8B7-85BE25926639}">
      <dgm:prSet/>
      <dgm:spPr/>
      <dgm:t>
        <a:bodyPr/>
        <a:lstStyle/>
        <a:p>
          <a:r>
            <a:rPr lang="de-CH" dirty="0"/>
            <a:t>Problemstellung</a:t>
          </a:r>
          <a:endParaRPr lang="en-US" dirty="0"/>
        </a:p>
      </dgm:t>
    </dgm:pt>
    <dgm:pt modelId="{05D74C5F-3811-418D-86B2-4FED4440EC07}" type="parTrans" cxnId="{19B5B7C8-B70D-4A43-A38F-8AB9284CB227}">
      <dgm:prSet/>
      <dgm:spPr/>
      <dgm:t>
        <a:bodyPr/>
        <a:lstStyle/>
        <a:p>
          <a:endParaRPr lang="en-US"/>
        </a:p>
      </dgm:t>
    </dgm:pt>
    <dgm:pt modelId="{78A42631-FE92-45F0-8FA2-3E82EF6DBE8D}" type="sibTrans" cxnId="{19B5B7C8-B70D-4A43-A38F-8AB9284CB227}">
      <dgm:prSet/>
      <dgm:spPr/>
      <dgm:t>
        <a:bodyPr/>
        <a:lstStyle/>
        <a:p>
          <a:endParaRPr lang="en-US"/>
        </a:p>
      </dgm:t>
    </dgm:pt>
    <dgm:pt modelId="{FE986F11-28F9-47C2-948F-27AB9411BD89}">
      <dgm:prSet/>
      <dgm:spPr/>
      <dgm:t>
        <a:bodyPr/>
        <a:lstStyle/>
        <a:p>
          <a:r>
            <a:rPr lang="de-CH"/>
            <a:t>User Stories</a:t>
          </a:r>
          <a:endParaRPr lang="en-US"/>
        </a:p>
      </dgm:t>
    </dgm:pt>
    <dgm:pt modelId="{8BDF0417-95AB-4C18-AD04-25F629BD7E59}" type="parTrans" cxnId="{70562D9C-595B-40A2-A588-55E1D11E142C}">
      <dgm:prSet/>
      <dgm:spPr/>
      <dgm:t>
        <a:bodyPr/>
        <a:lstStyle/>
        <a:p>
          <a:endParaRPr lang="en-US"/>
        </a:p>
      </dgm:t>
    </dgm:pt>
    <dgm:pt modelId="{7F3F336E-C9B4-4668-9AE6-5A7412035F9A}" type="sibTrans" cxnId="{70562D9C-595B-40A2-A588-55E1D11E142C}">
      <dgm:prSet/>
      <dgm:spPr/>
      <dgm:t>
        <a:bodyPr/>
        <a:lstStyle/>
        <a:p>
          <a:endParaRPr lang="en-US"/>
        </a:p>
      </dgm:t>
    </dgm:pt>
    <dgm:pt modelId="{D143F386-90D7-4320-BD0B-E86B658C40F5}">
      <dgm:prSet/>
      <dgm:spPr/>
      <dgm:t>
        <a:bodyPr/>
        <a:lstStyle/>
        <a:p>
          <a:r>
            <a:rPr lang="de-CH"/>
            <a:t>Projektmanagement</a:t>
          </a:r>
          <a:endParaRPr lang="en-US"/>
        </a:p>
      </dgm:t>
    </dgm:pt>
    <dgm:pt modelId="{74A6EA17-0035-469E-AF57-A9966B27FB67}" type="parTrans" cxnId="{3B10EE41-F1B7-45DC-BE39-A369DE3D3A28}">
      <dgm:prSet/>
      <dgm:spPr/>
      <dgm:t>
        <a:bodyPr/>
        <a:lstStyle/>
        <a:p>
          <a:endParaRPr lang="en-US"/>
        </a:p>
      </dgm:t>
    </dgm:pt>
    <dgm:pt modelId="{2F810670-0223-436B-8748-425DB9CF47E7}" type="sibTrans" cxnId="{3B10EE41-F1B7-45DC-BE39-A369DE3D3A28}">
      <dgm:prSet/>
      <dgm:spPr/>
      <dgm:t>
        <a:bodyPr/>
        <a:lstStyle/>
        <a:p>
          <a:endParaRPr lang="en-US"/>
        </a:p>
      </dgm:t>
    </dgm:pt>
    <dgm:pt modelId="{7282C2DC-89F7-4F42-A2A3-E66D176B421D}">
      <dgm:prSet/>
      <dgm:spPr/>
      <dgm:t>
        <a:bodyPr/>
        <a:lstStyle/>
        <a:p>
          <a:r>
            <a:rPr lang="de-CH"/>
            <a:t>Live Demo</a:t>
          </a:r>
          <a:endParaRPr lang="en-US"/>
        </a:p>
      </dgm:t>
    </dgm:pt>
    <dgm:pt modelId="{2DA12C36-3E8C-4351-A915-CE22C905BEC7}" type="parTrans" cxnId="{DE550D56-FDB9-47F7-BF2A-12B6999EA2D3}">
      <dgm:prSet/>
      <dgm:spPr/>
      <dgm:t>
        <a:bodyPr/>
        <a:lstStyle/>
        <a:p>
          <a:endParaRPr lang="en-US"/>
        </a:p>
      </dgm:t>
    </dgm:pt>
    <dgm:pt modelId="{133F8C6D-ED35-49FD-836B-8BDBB94EFDC4}" type="sibTrans" cxnId="{DE550D56-FDB9-47F7-BF2A-12B6999EA2D3}">
      <dgm:prSet/>
      <dgm:spPr/>
      <dgm:t>
        <a:bodyPr/>
        <a:lstStyle/>
        <a:p>
          <a:endParaRPr lang="en-US"/>
        </a:p>
      </dgm:t>
    </dgm:pt>
    <dgm:pt modelId="{0F6B8B42-140F-4487-BAB2-42BBDF12E6DA}">
      <dgm:prSet/>
      <dgm:spPr/>
      <dgm:t>
        <a:bodyPr/>
        <a:lstStyle/>
        <a:p>
          <a:r>
            <a:rPr lang="de-CH"/>
            <a:t>Q &amp; A</a:t>
          </a:r>
          <a:endParaRPr lang="en-US"/>
        </a:p>
      </dgm:t>
    </dgm:pt>
    <dgm:pt modelId="{186E8BD8-DE49-4D86-A510-319DD1D89111}" type="parTrans" cxnId="{011D8D46-729A-48B0-B10B-287AB630CE22}">
      <dgm:prSet/>
      <dgm:spPr/>
      <dgm:t>
        <a:bodyPr/>
        <a:lstStyle/>
        <a:p>
          <a:endParaRPr lang="en-US"/>
        </a:p>
      </dgm:t>
    </dgm:pt>
    <dgm:pt modelId="{49D554B0-6984-42D3-8669-0292A49C43C7}" type="sibTrans" cxnId="{011D8D46-729A-48B0-B10B-287AB630CE22}">
      <dgm:prSet/>
      <dgm:spPr/>
      <dgm:t>
        <a:bodyPr/>
        <a:lstStyle/>
        <a:p>
          <a:endParaRPr lang="en-US"/>
        </a:p>
      </dgm:t>
    </dgm:pt>
    <dgm:pt modelId="{E0523289-4F96-4990-989E-3E3CD084FDF6}">
      <dgm:prSet/>
      <dgm:spPr/>
      <dgm:t>
        <a:bodyPr/>
        <a:lstStyle/>
        <a:p>
          <a:r>
            <a:rPr lang="de-CH" dirty="0"/>
            <a:t>Projektfunktionen</a:t>
          </a:r>
        </a:p>
      </dgm:t>
    </dgm:pt>
    <dgm:pt modelId="{A22BFD47-2CD5-4082-9D8A-231A55FB1F34}" type="parTrans" cxnId="{A92FCDDF-A2E5-48CF-8368-666335D681C2}">
      <dgm:prSet/>
      <dgm:spPr/>
    </dgm:pt>
    <dgm:pt modelId="{B872BB08-659B-4E84-8914-B8895038782E}" type="sibTrans" cxnId="{A92FCDDF-A2E5-48CF-8368-666335D681C2}">
      <dgm:prSet/>
      <dgm:spPr/>
    </dgm:pt>
    <dgm:pt modelId="{457F85D2-EDFF-4BDE-91B2-DA2427D1C265}" type="pres">
      <dgm:prSet presAssocID="{7BD765FA-6B06-489F-97C3-896C1CE8C462}" presName="diagram" presStyleCnt="0">
        <dgm:presLayoutVars>
          <dgm:dir/>
          <dgm:resizeHandles val="exact"/>
        </dgm:presLayoutVars>
      </dgm:prSet>
      <dgm:spPr/>
    </dgm:pt>
    <dgm:pt modelId="{2233BE96-97D6-43F4-85DD-DFD07FB814A4}" type="pres">
      <dgm:prSet presAssocID="{7EEDAFAB-BE99-409B-8D3E-CA2422E95539}" presName="node" presStyleLbl="node1" presStyleIdx="0" presStyleCnt="7">
        <dgm:presLayoutVars>
          <dgm:bulletEnabled val="1"/>
        </dgm:presLayoutVars>
      </dgm:prSet>
      <dgm:spPr/>
    </dgm:pt>
    <dgm:pt modelId="{7E24C072-C047-4E8E-BF5B-2CFCCD85D970}" type="pres">
      <dgm:prSet presAssocID="{7E4293F0-03F3-4607-9E1A-80519F486F0E}" presName="sibTrans" presStyleCnt="0"/>
      <dgm:spPr/>
    </dgm:pt>
    <dgm:pt modelId="{6D572393-517E-4177-A9C5-FFBD037EA216}" type="pres">
      <dgm:prSet presAssocID="{652733F6-F553-4651-B8B7-85BE25926639}" presName="node" presStyleLbl="node1" presStyleIdx="1" presStyleCnt="7">
        <dgm:presLayoutVars>
          <dgm:bulletEnabled val="1"/>
        </dgm:presLayoutVars>
      </dgm:prSet>
      <dgm:spPr/>
    </dgm:pt>
    <dgm:pt modelId="{B9F77489-2E57-4EB1-BBA9-D49818DC5700}" type="pres">
      <dgm:prSet presAssocID="{78A42631-FE92-45F0-8FA2-3E82EF6DBE8D}" presName="sibTrans" presStyleCnt="0"/>
      <dgm:spPr/>
    </dgm:pt>
    <dgm:pt modelId="{FBD6B95D-DBA3-471A-B11B-F98CB473DCD1}" type="pres">
      <dgm:prSet presAssocID="{FE986F11-28F9-47C2-948F-27AB9411BD89}" presName="node" presStyleLbl="node1" presStyleIdx="2" presStyleCnt="7">
        <dgm:presLayoutVars>
          <dgm:bulletEnabled val="1"/>
        </dgm:presLayoutVars>
      </dgm:prSet>
      <dgm:spPr/>
    </dgm:pt>
    <dgm:pt modelId="{705286B4-C31D-487F-9EE9-1CECAB48E174}" type="pres">
      <dgm:prSet presAssocID="{7F3F336E-C9B4-4668-9AE6-5A7412035F9A}" presName="sibTrans" presStyleCnt="0"/>
      <dgm:spPr/>
    </dgm:pt>
    <dgm:pt modelId="{87FAC60B-21E9-45DC-A9AC-D435EFF06634}" type="pres">
      <dgm:prSet presAssocID="{E0523289-4F96-4990-989E-3E3CD084FDF6}" presName="node" presStyleLbl="node1" presStyleIdx="3" presStyleCnt="7">
        <dgm:presLayoutVars>
          <dgm:bulletEnabled val="1"/>
        </dgm:presLayoutVars>
      </dgm:prSet>
      <dgm:spPr/>
    </dgm:pt>
    <dgm:pt modelId="{92FC43EB-E328-4CC4-979E-239341CE7C47}" type="pres">
      <dgm:prSet presAssocID="{B872BB08-659B-4E84-8914-B8895038782E}" presName="sibTrans" presStyleCnt="0"/>
      <dgm:spPr/>
    </dgm:pt>
    <dgm:pt modelId="{95853E69-3BCD-47FA-AFB2-55386A0A9990}" type="pres">
      <dgm:prSet presAssocID="{D143F386-90D7-4320-BD0B-E86B658C40F5}" presName="node" presStyleLbl="node1" presStyleIdx="4" presStyleCnt="7">
        <dgm:presLayoutVars>
          <dgm:bulletEnabled val="1"/>
        </dgm:presLayoutVars>
      </dgm:prSet>
      <dgm:spPr/>
    </dgm:pt>
    <dgm:pt modelId="{F1B19005-6606-41ED-9B12-4C2EE4A888F7}" type="pres">
      <dgm:prSet presAssocID="{2F810670-0223-436B-8748-425DB9CF47E7}" presName="sibTrans" presStyleCnt="0"/>
      <dgm:spPr/>
    </dgm:pt>
    <dgm:pt modelId="{27D863A9-3EB0-45D9-ACCD-DB51327C150F}" type="pres">
      <dgm:prSet presAssocID="{7282C2DC-89F7-4F42-A2A3-E66D176B421D}" presName="node" presStyleLbl="node1" presStyleIdx="5" presStyleCnt="7">
        <dgm:presLayoutVars>
          <dgm:bulletEnabled val="1"/>
        </dgm:presLayoutVars>
      </dgm:prSet>
      <dgm:spPr/>
    </dgm:pt>
    <dgm:pt modelId="{CD973CC1-AE62-4CE8-A321-087B81429F90}" type="pres">
      <dgm:prSet presAssocID="{133F8C6D-ED35-49FD-836B-8BDBB94EFDC4}" presName="sibTrans" presStyleCnt="0"/>
      <dgm:spPr/>
    </dgm:pt>
    <dgm:pt modelId="{5B02B8CC-9B65-471C-86F7-B2D185C39088}" type="pres">
      <dgm:prSet presAssocID="{0F6B8B42-140F-4487-BAB2-42BBDF12E6DA}" presName="node" presStyleLbl="node1" presStyleIdx="6" presStyleCnt="7">
        <dgm:presLayoutVars>
          <dgm:bulletEnabled val="1"/>
        </dgm:presLayoutVars>
      </dgm:prSet>
      <dgm:spPr/>
    </dgm:pt>
  </dgm:ptLst>
  <dgm:cxnLst>
    <dgm:cxn modelId="{1D4FDC2E-1FDA-469B-A623-83E1B6CF89AE}" type="presOf" srcId="{FE986F11-28F9-47C2-948F-27AB9411BD89}" destId="{FBD6B95D-DBA3-471A-B11B-F98CB473DCD1}" srcOrd="0" destOrd="0" presId="urn:microsoft.com/office/officeart/2005/8/layout/default"/>
    <dgm:cxn modelId="{A5C84639-2358-4B36-B205-0F7631F43751}" type="presOf" srcId="{0F6B8B42-140F-4487-BAB2-42BBDF12E6DA}" destId="{5B02B8CC-9B65-471C-86F7-B2D185C39088}" srcOrd="0" destOrd="0" presId="urn:microsoft.com/office/officeart/2005/8/layout/default"/>
    <dgm:cxn modelId="{900A853B-5EA8-41D2-ABEC-9AF083B841F3}" type="presOf" srcId="{E0523289-4F96-4990-989E-3E3CD084FDF6}" destId="{87FAC60B-21E9-45DC-A9AC-D435EFF06634}" srcOrd="0" destOrd="0" presId="urn:microsoft.com/office/officeart/2005/8/layout/default"/>
    <dgm:cxn modelId="{F18CB661-3FF4-49C7-B426-669D63B759B2}" type="presOf" srcId="{D143F386-90D7-4320-BD0B-E86B658C40F5}" destId="{95853E69-3BCD-47FA-AFB2-55386A0A9990}" srcOrd="0" destOrd="0" presId="urn:microsoft.com/office/officeart/2005/8/layout/default"/>
    <dgm:cxn modelId="{3B10EE41-F1B7-45DC-BE39-A369DE3D3A28}" srcId="{7BD765FA-6B06-489F-97C3-896C1CE8C462}" destId="{D143F386-90D7-4320-BD0B-E86B658C40F5}" srcOrd="4" destOrd="0" parTransId="{74A6EA17-0035-469E-AF57-A9966B27FB67}" sibTransId="{2F810670-0223-436B-8748-425DB9CF47E7}"/>
    <dgm:cxn modelId="{717F6043-8DFD-4394-84A8-433D050DB870}" type="presOf" srcId="{7BD765FA-6B06-489F-97C3-896C1CE8C462}" destId="{457F85D2-EDFF-4BDE-91B2-DA2427D1C265}" srcOrd="0" destOrd="0" presId="urn:microsoft.com/office/officeart/2005/8/layout/default"/>
    <dgm:cxn modelId="{011D8D46-729A-48B0-B10B-287AB630CE22}" srcId="{7BD765FA-6B06-489F-97C3-896C1CE8C462}" destId="{0F6B8B42-140F-4487-BAB2-42BBDF12E6DA}" srcOrd="6" destOrd="0" parTransId="{186E8BD8-DE49-4D86-A510-319DD1D89111}" sibTransId="{49D554B0-6984-42D3-8669-0292A49C43C7}"/>
    <dgm:cxn modelId="{DE550D56-FDB9-47F7-BF2A-12B6999EA2D3}" srcId="{7BD765FA-6B06-489F-97C3-896C1CE8C462}" destId="{7282C2DC-89F7-4F42-A2A3-E66D176B421D}" srcOrd="5" destOrd="0" parTransId="{2DA12C36-3E8C-4351-A915-CE22C905BEC7}" sibTransId="{133F8C6D-ED35-49FD-836B-8BDBB94EFDC4}"/>
    <dgm:cxn modelId="{24A2958E-3AD3-4CD8-B83B-C162FE956922}" type="presOf" srcId="{7282C2DC-89F7-4F42-A2A3-E66D176B421D}" destId="{27D863A9-3EB0-45D9-ACCD-DB51327C150F}" srcOrd="0" destOrd="0" presId="urn:microsoft.com/office/officeart/2005/8/layout/default"/>
    <dgm:cxn modelId="{70562D9C-595B-40A2-A588-55E1D11E142C}" srcId="{7BD765FA-6B06-489F-97C3-896C1CE8C462}" destId="{FE986F11-28F9-47C2-948F-27AB9411BD89}" srcOrd="2" destOrd="0" parTransId="{8BDF0417-95AB-4C18-AD04-25F629BD7E59}" sibTransId="{7F3F336E-C9B4-4668-9AE6-5A7412035F9A}"/>
    <dgm:cxn modelId="{A85D8BA9-DBB4-466E-9956-ECCD6E42B847}" srcId="{7BD765FA-6B06-489F-97C3-896C1CE8C462}" destId="{7EEDAFAB-BE99-409B-8D3E-CA2422E95539}" srcOrd="0" destOrd="0" parTransId="{FFC9AA9C-A23E-47E6-BF94-B2BC3A4DC2BF}" sibTransId="{7E4293F0-03F3-4607-9E1A-80519F486F0E}"/>
    <dgm:cxn modelId="{C847BDB6-7008-494F-A5A6-D6B7EE296B6A}" type="presOf" srcId="{7EEDAFAB-BE99-409B-8D3E-CA2422E95539}" destId="{2233BE96-97D6-43F4-85DD-DFD07FB814A4}" srcOrd="0" destOrd="0" presId="urn:microsoft.com/office/officeart/2005/8/layout/default"/>
    <dgm:cxn modelId="{19B5B7C8-B70D-4A43-A38F-8AB9284CB227}" srcId="{7BD765FA-6B06-489F-97C3-896C1CE8C462}" destId="{652733F6-F553-4651-B8B7-85BE25926639}" srcOrd="1" destOrd="0" parTransId="{05D74C5F-3811-418D-86B2-4FED4440EC07}" sibTransId="{78A42631-FE92-45F0-8FA2-3E82EF6DBE8D}"/>
    <dgm:cxn modelId="{A92FCDDF-A2E5-48CF-8368-666335D681C2}" srcId="{7BD765FA-6B06-489F-97C3-896C1CE8C462}" destId="{E0523289-4F96-4990-989E-3E3CD084FDF6}" srcOrd="3" destOrd="0" parTransId="{A22BFD47-2CD5-4082-9D8A-231A55FB1F34}" sibTransId="{B872BB08-659B-4E84-8914-B8895038782E}"/>
    <dgm:cxn modelId="{ED23BEF6-2729-45C3-9214-CAD7A01CE3EA}" type="presOf" srcId="{652733F6-F553-4651-B8B7-85BE25926639}" destId="{6D572393-517E-4177-A9C5-FFBD037EA216}" srcOrd="0" destOrd="0" presId="urn:microsoft.com/office/officeart/2005/8/layout/default"/>
    <dgm:cxn modelId="{2962F909-AA78-46E5-AD7D-88BCD304BAB8}" type="presParOf" srcId="{457F85D2-EDFF-4BDE-91B2-DA2427D1C265}" destId="{2233BE96-97D6-43F4-85DD-DFD07FB814A4}" srcOrd="0" destOrd="0" presId="urn:microsoft.com/office/officeart/2005/8/layout/default"/>
    <dgm:cxn modelId="{308376AF-E25E-4B50-8045-0F7B95718C47}" type="presParOf" srcId="{457F85D2-EDFF-4BDE-91B2-DA2427D1C265}" destId="{7E24C072-C047-4E8E-BF5B-2CFCCD85D970}" srcOrd="1" destOrd="0" presId="urn:microsoft.com/office/officeart/2005/8/layout/default"/>
    <dgm:cxn modelId="{F87D77BE-FBFA-47DB-9681-0DE57931174E}" type="presParOf" srcId="{457F85D2-EDFF-4BDE-91B2-DA2427D1C265}" destId="{6D572393-517E-4177-A9C5-FFBD037EA216}" srcOrd="2" destOrd="0" presId="urn:microsoft.com/office/officeart/2005/8/layout/default"/>
    <dgm:cxn modelId="{151A9D06-E27E-4EED-B899-51D37B7B396D}" type="presParOf" srcId="{457F85D2-EDFF-4BDE-91B2-DA2427D1C265}" destId="{B9F77489-2E57-4EB1-BBA9-D49818DC5700}" srcOrd="3" destOrd="0" presId="urn:microsoft.com/office/officeart/2005/8/layout/default"/>
    <dgm:cxn modelId="{DEB73C41-8321-4CAF-B21A-8853CF3A069D}" type="presParOf" srcId="{457F85D2-EDFF-4BDE-91B2-DA2427D1C265}" destId="{FBD6B95D-DBA3-471A-B11B-F98CB473DCD1}" srcOrd="4" destOrd="0" presId="urn:microsoft.com/office/officeart/2005/8/layout/default"/>
    <dgm:cxn modelId="{636E2959-4B19-4C5B-BF22-D91694ED4D72}" type="presParOf" srcId="{457F85D2-EDFF-4BDE-91B2-DA2427D1C265}" destId="{705286B4-C31D-487F-9EE9-1CECAB48E174}" srcOrd="5" destOrd="0" presId="urn:microsoft.com/office/officeart/2005/8/layout/default"/>
    <dgm:cxn modelId="{A4B627F8-052F-43EF-AD1C-F6DCF4761EE6}" type="presParOf" srcId="{457F85D2-EDFF-4BDE-91B2-DA2427D1C265}" destId="{87FAC60B-21E9-45DC-A9AC-D435EFF06634}" srcOrd="6" destOrd="0" presId="urn:microsoft.com/office/officeart/2005/8/layout/default"/>
    <dgm:cxn modelId="{1494E71F-BF67-48C6-99A8-4EDD669B8308}" type="presParOf" srcId="{457F85D2-EDFF-4BDE-91B2-DA2427D1C265}" destId="{92FC43EB-E328-4CC4-979E-239341CE7C47}" srcOrd="7" destOrd="0" presId="urn:microsoft.com/office/officeart/2005/8/layout/default"/>
    <dgm:cxn modelId="{57DE9A4C-9CBB-4121-BFF8-F42C45646EA7}" type="presParOf" srcId="{457F85D2-EDFF-4BDE-91B2-DA2427D1C265}" destId="{95853E69-3BCD-47FA-AFB2-55386A0A9990}" srcOrd="8" destOrd="0" presId="urn:microsoft.com/office/officeart/2005/8/layout/default"/>
    <dgm:cxn modelId="{0FD4224B-D940-4C1A-9D04-F26FF12DC092}" type="presParOf" srcId="{457F85D2-EDFF-4BDE-91B2-DA2427D1C265}" destId="{F1B19005-6606-41ED-9B12-4C2EE4A888F7}" srcOrd="9" destOrd="0" presId="urn:microsoft.com/office/officeart/2005/8/layout/default"/>
    <dgm:cxn modelId="{C47859C5-375F-4652-BCD2-AE73EBAC5C5F}" type="presParOf" srcId="{457F85D2-EDFF-4BDE-91B2-DA2427D1C265}" destId="{27D863A9-3EB0-45D9-ACCD-DB51327C150F}" srcOrd="10" destOrd="0" presId="urn:microsoft.com/office/officeart/2005/8/layout/default"/>
    <dgm:cxn modelId="{BC3D258F-B943-476F-94D3-66B93B782125}" type="presParOf" srcId="{457F85D2-EDFF-4BDE-91B2-DA2427D1C265}" destId="{CD973CC1-AE62-4CE8-A321-087B81429F90}" srcOrd="11" destOrd="0" presId="urn:microsoft.com/office/officeart/2005/8/layout/default"/>
    <dgm:cxn modelId="{E61B6879-70D0-4517-A5C9-8A571D7237A2}" type="presParOf" srcId="{457F85D2-EDFF-4BDE-91B2-DA2427D1C265}" destId="{5B02B8CC-9B65-471C-86F7-B2D185C3908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61C393-6B4A-44E7-A72C-1B9496B92F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A5329B13-7341-4093-B24E-BCF122348DD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Früher:
Mitarbeitende trugen ihre gestempelten Zeiten in eine Datei ein.
→ Der Vorgesetzte musste diese Daten manuell kontrollieren und berechnen.</a:t>
          </a:r>
          <a:endParaRPr lang="en-US" dirty="0"/>
        </a:p>
      </dgm:t>
    </dgm:pt>
    <dgm:pt modelId="{F6AE32E9-3D57-42DB-92C3-8961F56EF8E7}" type="parTrans" cxnId="{86B01A93-9C0C-45F4-808E-5FB99C0EC1E0}">
      <dgm:prSet/>
      <dgm:spPr/>
      <dgm:t>
        <a:bodyPr/>
        <a:lstStyle/>
        <a:p>
          <a:endParaRPr lang="en-US"/>
        </a:p>
      </dgm:t>
    </dgm:pt>
    <dgm:pt modelId="{648E5623-8BA6-45A1-912D-D82060CB970C}" type="sibTrans" cxnId="{86B01A93-9C0C-45F4-808E-5FB99C0EC1E0}">
      <dgm:prSet/>
      <dgm:spPr/>
      <dgm:t>
        <a:bodyPr/>
        <a:lstStyle/>
        <a:p>
          <a:endParaRPr lang="en-US"/>
        </a:p>
      </dgm:t>
    </dgm:pt>
    <dgm:pt modelId="{525A1FBE-FE68-4D3C-9A0B-1CDA14BB8BF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Arbeitszeitrechner 1.0:
Die Datei konnte eingelesen werden und erzeugte automatisch eine Übersicht.
→ Trotzdem blieben Datenpflege, Kontrolle und Auswertung weiterhin manuell geprägt.</a:t>
          </a:r>
          <a:endParaRPr lang="en-US" dirty="0"/>
        </a:p>
      </dgm:t>
    </dgm:pt>
    <dgm:pt modelId="{36B97CEF-93F2-4DB1-9072-245E1B32277E}" type="parTrans" cxnId="{9C49DE18-8EF1-41E6-8A43-9AFBE0E6B46D}">
      <dgm:prSet/>
      <dgm:spPr/>
      <dgm:t>
        <a:bodyPr/>
        <a:lstStyle/>
        <a:p>
          <a:endParaRPr lang="en-US"/>
        </a:p>
      </dgm:t>
    </dgm:pt>
    <dgm:pt modelId="{64824FFB-E4F1-4126-A9E1-1D8C9A1EF4BF}" type="sibTrans" cxnId="{9C49DE18-8EF1-41E6-8A43-9AFBE0E6B46D}">
      <dgm:prSet/>
      <dgm:spPr/>
      <dgm:t>
        <a:bodyPr/>
        <a:lstStyle/>
        <a:p>
          <a:endParaRPr lang="en-US"/>
        </a:p>
      </dgm:t>
    </dgm:pt>
    <dgm:pt modelId="{72B8AEDD-E887-4E32-9D00-989681F7DA5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 dirty="0"/>
            <a:t>Arbeitszeitrechner 2.0:</a:t>
          </a:r>
          <a:r>
            <a:rPr lang="de-DE" dirty="0"/>
            <a:t>
Das Unternehmen befindet sich in einem technischen Wandel.
→ Deshalb soll die Zeiterfassung digitaler, übersichtlicher und benutzerfreundlicher werden.</a:t>
          </a:r>
          <a:endParaRPr lang="en-US" dirty="0"/>
        </a:p>
      </dgm:t>
    </dgm:pt>
    <dgm:pt modelId="{501864A9-B480-4BA1-B0F1-1465D73D9F5C}" type="parTrans" cxnId="{57A86D81-9A41-4D95-966A-1BF3B51BF2D6}">
      <dgm:prSet/>
      <dgm:spPr/>
      <dgm:t>
        <a:bodyPr/>
        <a:lstStyle/>
        <a:p>
          <a:endParaRPr lang="en-US"/>
        </a:p>
      </dgm:t>
    </dgm:pt>
    <dgm:pt modelId="{F0927D22-8E83-45B6-A57D-F522CAE8B426}" type="sibTrans" cxnId="{57A86D81-9A41-4D95-966A-1BF3B51BF2D6}">
      <dgm:prSet/>
      <dgm:spPr/>
      <dgm:t>
        <a:bodyPr/>
        <a:lstStyle/>
        <a:p>
          <a:endParaRPr lang="en-US"/>
        </a:p>
      </dgm:t>
    </dgm:pt>
    <dgm:pt modelId="{DC560673-8841-4E56-9D7C-A405963B47AA}" type="pres">
      <dgm:prSet presAssocID="{F661C393-6B4A-44E7-A72C-1B9496B92FCA}" presName="root" presStyleCnt="0">
        <dgm:presLayoutVars>
          <dgm:dir/>
          <dgm:resizeHandles val="exact"/>
        </dgm:presLayoutVars>
      </dgm:prSet>
      <dgm:spPr/>
    </dgm:pt>
    <dgm:pt modelId="{98658E9C-831D-42C6-89BB-083EDEAE0409}" type="pres">
      <dgm:prSet presAssocID="{A5329B13-7341-4093-B24E-BCF122348DD2}" presName="compNode" presStyleCnt="0"/>
      <dgm:spPr/>
    </dgm:pt>
    <dgm:pt modelId="{4804CC49-A35B-4858-AF71-25183E4DD1E4}" type="pres">
      <dgm:prSet presAssocID="{A5329B13-7341-4093-B24E-BCF122348DD2}" presName="bgRect" presStyleLbl="bgShp" presStyleIdx="0" presStyleCnt="3"/>
      <dgm:spPr/>
    </dgm:pt>
    <dgm:pt modelId="{C6309ADE-1519-4AD0-A41F-E84AC279B225}" type="pres">
      <dgm:prSet presAssocID="{A5329B13-7341-4093-B24E-BCF122348DD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C6B70C63-A381-4857-8E36-E4034A8BF068}" type="pres">
      <dgm:prSet presAssocID="{A5329B13-7341-4093-B24E-BCF122348DD2}" presName="spaceRect" presStyleCnt="0"/>
      <dgm:spPr/>
    </dgm:pt>
    <dgm:pt modelId="{0C4CF8A7-7ECB-4FCF-A2EC-00AF4B104C54}" type="pres">
      <dgm:prSet presAssocID="{A5329B13-7341-4093-B24E-BCF122348DD2}" presName="parTx" presStyleLbl="revTx" presStyleIdx="0" presStyleCnt="3">
        <dgm:presLayoutVars>
          <dgm:chMax val="0"/>
          <dgm:chPref val="0"/>
        </dgm:presLayoutVars>
      </dgm:prSet>
      <dgm:spPr/>
    </dgm:pt>
    <dgm:pt modelId="{771DE4D9-1876-4A61-8F08-789EE0C1AE7E}" type="pres">
      <dgm:prSet presAssocID="{648E5623-8BA6-45A1-912D-D82060CB970C}" presName="sibTrans" presStyleCnt="0"/>
      <dgm:spPr/>
    </dgm:pt>
    <dgm:pt modelId="{A1864F21-08ED-43E4-A8B7-AD50A73D6A40}" type="pres">
      <dgm:prSet presAssocID="{525A1FBE-FE68-4D3C-9A0B-1CDA14BB8BF3}" presName="compNode" presStyleCnt="0"/>
      <dgm:spPr/>
    </dgm:pt>
    <dgm:pt modelId="{B5E62FEF-4AC0-45D5-B392-9B7C5C9B549E}" type="pres">
      <dgm:prSet presAssocID="{525A1FBE-FE68-4D3C-9A0B-1CDA14BB8BF3}" presName="bgRect" presStyleLbl="bgShp" presStyleIdx="1" presStyleCnt="3"/>
      <dgm:spPr/>
    </dgm:pt>
    <dgm:pt modelId="{3F37412B-F7C7-4246-A508-E0CD0964D799}" type="pres">
      <dgm:prSet presAssocID="{525A1FBE-FE68-4D3C-9A0B-1CDA14BB8BF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FFBAFECD-C4E6-4E20-BED9-876B6A94A1A8}" type="pres">
      <dgm:prSet presAssocID="{525A1FBE-FE68-4D3C-9A0B-1CDA14BB8BF3}" presName="spaceRect" presStyleCnt="0"/>
      <dgm:spPr/>
    </dgm:pt>
    <dgm:pt modelId="{23099294-E8E5-453A-8FDC-A902162184E6}" type="pres">
      <dgm:prSet presAssocID="{525A1FBE-FE68-4D3C-9A0B-1CDA14BB8BF3}" presName="parTx" presStyleLbl="revTx" presStyleIdx="1" presStyleCnt="3">
        <dgm:presLayoutVars>
          <dgm:chMax val="0"/>
          <dgm:chPref val="0"/>
        </dgm:presLayoutVars>
      </dgm:prSet>
      <dgm:spPr/>
    </dgm:pt>
    <dgm:pt modelId="{99D4F86D-8486-4B31-AC6F-6D231F538105}" type="pres">
      <dgm:prSet presAssocID="{64824FFB-E4F1-4126-A9E1-1D8C9A1EF4BF}" presName="sibTrans" presStyleCnt="0"/>
      <dgm:spPr/>
    </dgm:pt>
    <dgm:pt modelId="{00524907-7506-4EA8-86FD-1A45D050C97D}" type="pres">
      <dgm:prSet presAssocID="{72B8AEDD-E887-4E32-9D00-989681F7DA59}" presName="compNode" presStyleCnt="0"/>
      <dgm:spPr/>
    </dgm:pt>
    <dgm:pt modelId="{B9FCBDCB-4B67-41DF-BC71-E894BFB24222}" type="pres">
      <dgm:prSet presAssocID="{72B8AEDD-E887-4E32-9D00-989681F7DA59}" presName="bgRect" presStyleLbl="bgShp" presStyleIdx="2" presStyleCnt="3"/>
      <dgm:spPr/>
    </dgm:pt>
    <dgm:pt modelId="{ECC71373-ADD1-48A7-8E83-80B06738D416}" type="pres">
      <dgm:prSet presAssocID="{72B8AEDD-E887-4E32-9D00-989681F7DA5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rik"/>
        </a:ext>
      </dgm:extLst>
    </dgm:pt>
    <dgm:pt modelId="{79EF407C-FACD-49BE-8591-21C8D537059E}" type="pres">
      <dgm:prSet presAssocID="{72B8AEDD-E887-4E32-9D00-989681F7DA59}" presName="spaceRect" presStyleCnt="0"/>
      <dgm:spPr/>
    </dgm:pt>
    <dgm:pt modelId="{60C1C891-B824-433C-8897-3966CE809A4F}" type="pres">
      <dgm:prSet presAssocID="{72B8AEDD-E887-4E32-9D00-989681F7DA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C49DE18-8EF1-41E6-8A43-9AFBE0E6B46D}" srcId="{F661C393-6B4A-44E7-A72C-1B9496B92FCA}" destId="{525A1FBE-FE68-4D3C-9A0B-1CDA14BB8BF3}" srcOrd="1" destOrd="0" parTransId="{36B97CEF-93F2-4DB1-9072-245E1B32277E}" sibTransId="{64824FFB-E4F1-4126-A9E1-1D8C9A1EF4BF}"/>
    <dgm:cxn modelId="{283FD21C-EE07-4B45-8933-C69B1AB22A3E}" type="presOf" srcId="{A5329B13-7341-4093-B24E-BCF122348DD2}" destId="{0C4CF8A7-7ECB-4FCF-A2EC-00AF4B104C54}" srcOrd="0" destOrd="0" presId="urn:microsoft.com/office/officeart/2018/2/layout/IconVerticalSolidList"/>
    <dgm:cxn modelId="{57A86D81-9A41-4D95-966A-1BF3B51BF2D6}" srcId="{F661C393-6B4A-44E7-A72C-1B9496B92FCA}" destId="{72B8AEDD-E887-4E32-9D00-989681F7DA59}" srcOrd="2" destOrd="0" parTransId="{501864A9-B480-4BA1-B0F1-1465D73D9F5C}" sibTransId="{F0927D22-8E83-45B6-A57D-F522CAE8B426}"/>
    <dgm:cxn modelId="{8574EF92-C21B-4A49-8C46-2DB2176A414E}" type="presOf" srcId="{F661C393-6B4A-44E7-A72C-1B9496B92FCA}" destId="{DC560673-8841-4E56-9D7C-A405963B47AA}" srcOrd="0" destOrd="0" presId="urn:microsoft.com/office/officeart/2018/2/layout/IconVerticalSolidList"/>
    <dgm:cxn modelId="{86B01A93-9C0C-45F4-808E-5FB99C0EC1E0}" srcId="{F661C393-6B4A-44E7-A72C-1B9496B92FCA}" destId="{A5329B13-7341-4093-B24E-BCF122348DD2}" srcOrd="0" destOrd="0" parTransId="{F6AE32E9-3D57-42DB-92C3-8961F56EF8E7}" sibTransId="{648E5623-8BA6-45A1-912D-D82060CB970C}"/>
    <dgm:cxn modelId="{9CE247A2-1EA5-4CE3-85FD-AE4C410F2D9D}" type="presOf" srcId="{72B8AEDD-E887-4E32-9D00-989681F7DA59}" destId="{60C1C891-B824-433C-8897-3966CE809A4F}" srcOrd="0" destOrd="0" presId="urn:microsoft.com/office/officeart/2018/2/layout/IconVerticalSolidList"/>
    <dgm:cxn modelId="{DD912FC9-8F1D-4DBA-AB29-BB548ED53F7D}" type="presOf" srcId="{525A1FBE-FE68-4D3C-9A0B-1CDA14BB8BF3}" destId="{23099294-E8E5-453A-8FDC-A902162184E6}" srcOrd="0" destOrd="0" presId="urn:microsoft.com/office/officeart/2018/2/layout/IconVerticalSolidList"/>
    <dgm:cxn modelId="{46AF5F67-215B-48D1-B9D3-4466014C3E3C}" type="presParOf" srcId="{DC560673-8841-4E56-9D7C-A405963B47AA}" destId="{98658E9C-831D-42C6-89BB-083EDEAE0409}" srcOrd="0" destOrd="0" presId="urn:microsoft.com/office/officeart/2018/2/layout/IconVerticalSolidList"/>
    <dgm:cxn modelId="{935FF3BC-944A-4641-BFEE-371802CCA896}" type="presParOf" srcId="{98658E9C-831D-42C6-89BB-083EDEAE0409}" destId="{4804CC49-A35B-4858-AF71-25183E4DD1E4}" srcOrd="0" destOrd="0" presId="urn:microsoft.com/office/officeart/2018/2/layout/IconVerticalSolidList"/>
    <dgm:cxn modelId="{1ABFE5FC-48B9-4B80-903D-242CEAFD0D79}" type="presParOf" srcId="{98658E9C-831D-42C6-89BB-083EDEAE0409}" destId="{C6309ADE-1519-4AD0-A41F-E84AC279B225}" srcOrd="1" destOrd="0" presId="urn:microsoft.com/office/officeart/2018/2/layout/IconVerticalSolidList"/>
    <dgm:cxn modelId="{2B99E78C-6C17-47F6-AB38-41003D652DE4}" type="presParOf" srcId="{98658E9C-831D-42C6-89BB-083EDEAE0409}" destId="{C6B70C63-A381-4857-8E36-E4034A8BF068}" srcOrd="2" destOrd="0" presId="urn:microsoft.com/office/officeart/2018/2/layout/IconVerticalSolidList"/>
    <dgm:cxn modelId="{9B497EF6-2CA9-4592-BC66-57A0719F80D3}" type="presParOf" srcId="{98658E9C-831D-42C6-89BB-083EDEAE0409}" destId="{0C4CF8A7-7ECB-4FCF-A2EC-00AF4B104C54}" srcOrd="3" destOrd="0" presId="urn:microsoft.com/office/officeart/2018/2/layout/IconVerticalSolidList"/>
    <dgm:cxn modelId="{A9F5849F-3F0E-4C52-AF35-E17482710530}" type="presParOf" srcId="{DC560673-8841-4E56-9D7C-A405963B47AA}" destId="{771DE4D9-1876-4A61-8F08-789EE0C1AE7E}" srcOrd="1" destOrd="0" presId="urn:microsoft.com/office/officeart/2018/2/layout/IconVerticalSolidList"/>
    <dgm:cxn modelId="{6F3721F0-4FCB-4E72-B706-3CC15F8D8F49}" type="presParOf" srcId="{DC560673-8841-4E56-9D7C-A405963B47AA}" destId="{A1864F21-08ED-43E4-A8B7-AD50A73D6A40}" srcOrd="2" destOrd="0" presId="urn:microsoft.com/office/officeart/2018/2/layout/IconVerticalSolidList"/>
    <dgm:cxn modelId="{FE1F2613-0A88-444E-948E-256B04AC1BDD}" type="presParOf" srcId="{A1864F21-08ED-43E4-A8B7-AD50A73D6A40}" destId="{B5E62FEF-4AC0-45D5-B392-9B7C5C9B549E}" srcOrd="0" destOrd="0" presId="urn:microsoft.com/office/officeart/2018/2/layout/IconVerticalSolidList"/>
    <dgm:cxn modelId="{2BFBF12E-4E05-42F8-BA3C-845CC25AD958}" type="presParOf" srcId="{A1864F21-08ED-43E4-A8B7-AD50A73D6A40}" destId="{3F37412B-F7C7-4246-A508-E0CD0964D799}" srcOrd="1" destOrd="0" presId="urn:microsoft.com/office/officeart/2018/2/layout/IconVerticalSolidList"/>
    <dgm:cxn modelId="{116ACA69-0993-4A0C-B1A4-EB1B71A5FF34}" type="presParOf" srcId="{A1864F21-08ED-43E4-A8B7-AD50A73D6A40}" destId="{FFBAFECD-C4E6-4E20-BED9-876B6A94A1A8}" srcOrd="2" destOrd="0" presId="urn:microsoft.com/office/officeart/2018/2/layout/IconVerticalSolidList"/>
    <dgm:cxn modelId="{7FCE3606-C554-4C36-9F67-DD21311DCD33}" type="presParOf" srcId="{A1864F21-08ED-43E4-A8B7-AD50A73D6A40}" destId="{23099294-E8E5-453A-8FDC-A902162184E6}" srcOrd="3" destOrd="0" presId="urn:microsoft.com/office/officeart/2018/2/layout/IconVerticalSolidList"/>
    <dgm:cxn modelId="{88B90B13-4DF7-402B-BDD6-85ABD74106CD}" type="presParOf" srcId="{DC560673-8841-4E56-9D7C-A405963B47AA}" destId="{99D4F86D-8486-4B31-AC6F-6D231F538105}" srcOrd="3" destOrd="0" presId="urn:microsoft.com/office/officeart/2018/2/layout/IconVerticalSolidList"/>
    <dgm:cxn modelId="{71AF617A-6CE1-40C0-B959-CEFBB17C1D26}" type="presParOf" srcId="{DC560673-8841-4E56-9D7C-A405963B47AA}" destId="{00524907-7506-4EA8-86FD-1A45D050C97D}" srcOrd="4" destOrd="0" presId="urn:microsoft.com/office/officeart/2018/2/layout/IconVerticalSolidList"/>
    <dgm:cxn modelId="{5370717E-4201-4449-9B53-338CDD98482E}" type="presParOf" srcId="{00524907-7506-4EA8-86FD-1A45D050C97D}" destId="{B9FCBDCB-4B67-41DF-BC71-E894BFB24222}" srcOrd="0" destOrd="0" presId="urn:microsoft.com/office/officeart/2018/2/layout/IconVerticalSolidList"/>
    <dgm:cxn modelId="{2B8F215B-1533-4C93-B58F-C08011F1CFAB}" type="presParOf" srcId="{00524907-7506-4EA8-86FD-1A45D050C97D}" destId="{ECC71373-ADD1-48A7-8E83-80B06738D416}" srcOrd="1" destOrd="0" presId="urn:microsoft.com/office/officeart/2018/2/layout/IconVerticalSolidList"/>
    <dgm:cxn modelId="{707A2E2E-7BF7-4D67-81F1-406BC73EEDF4}" type="presParOf" srcId="{00524907-7506-4EA8-86FD-1A45D050C97D}" destId="{79EF407C-FACD-49BE-8591-21C8D537059E}" srcOrd="2" destOrd="0" presId="urn:microsoft.com/office/officeart/2018/2/layout/IconVerticalSolidList"/>
    <dgm:cxn modelId="{E85E4496-62DA-4F48-99F2-31D3FBF8B70D}" type="presParOf" srcId="{00524907-7506-4EA8-86FD-1A45D050C97D}" destId="{60C1C891-B824-433C-8897-3966CE809A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E93A4-D545-43CF-BD4F-FA517348AA5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5666D26-517F-4874-9496-17CF0A86B075}">
      <dgm:prSet/>
      <dgm:spPr/>
      <dgm:t>
        <a:bodyPr/>
        <a:lstStyle/>
        <a:p>
          <a:r>
            <a:rPr lang="de-CH" dirty="0"/>
            <a:t>Arbeitsteilung nach MVC-Pattern</a:t>
          </a:r>
          <a:endParaRPr lang="en-US" dirty="0"/>
        </a:p>
      </dgm:t>
    </dgm:pt>
    <dgm:pt modelId="{14A88E4A-433A-48C9-80AF-8D6E6771C99A}" type="parTrans" cxnId="{ECDE71F3-CE76-40D5-8BE0-1D8318B8B8FA}">
      <dgm:prSet/>
      <dgm:spPr/>
      <dgm:t>
        <a:bodyPr/>
        <a:lstStyle/>
        <a:p>
          <a:endParaRPr lang="en-US"/>
        </a:p>
      </dgm:t>
    </dgm:pt>
    <dgm:pt modelId="{2EF16552-3F06-4504-A476-D0FA7CCC0B4C}" type="sibTrans" cxnId="{ECDE71F3-CE76-40D5-8BE0-1D8318B8B8FA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C0F4926D-2B4A-4A84-8CE5-AC611840BE33}">
      <dgm:prSet/>
      <dgm:spPr/>
      <dgm:t>
        <a:bodyPr/>
        <a:lstStyle/>
        <a:p>
          <a:r>
            <a:rPr lang="de-CH" dirty="0"/>
            <a:t>Highlights - Bugs / </a:t>
          </a:r>
          <a:r>
            <a:rPr lang="de-CH" dirty="0" err="1"/>
            <a:t>Issues</a:t>
          </a:r>
          <a:r>
            <a:rPr lang="de-CH" dirty="0"/>
            <a:t> bei Projektführung</a:t>
          </a:r>
          <a:endParaRPr lang="en-US" dirty="0"/>
        </a:p>
      </dgm:t>
    </dgm:pt>
    <dgm:pt modelId="{65E1006D-0050-46CB-ADD2-D18BCFDB6FE7}" type="parTrans" cxnId="{79A64CE6-7351-4D88-9DDE-FB2F4B0687D5}">
      <dgm:prSet/>
      <dgm:spPr/>
      <dgm:t>
        <a:bodyPr/>
        <a:lstStyle/>
        <a:p>
          <a:endParaRPr lang="en-US"/>
        </a:p>
      </dgm:t>
    </dgm:pt>
    <dgm:pt modelId="{F0289AA7-BBE2-416C-87D5-E7C5186739E4}" type="sibTrans" cxnId="{79A64CE6-7351-4D88-9DDE-FB2F4B0687D5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E1647A64-E87C-4ACA-9029-C2EC6AE93A47}">
      <dgm:prSet/>
      <dgm:spPr/>
      <dgm:t>
        <a:bodyPr/>
        <a:lstStyle/>
        <a:p>
          <a:r>
            <a:rPr lang="en-US" dirty="0" err="1"/>
            <a:t>Verwendung</a:t>
          </a:r>
          <a:r>
            <a:rPr lang="en-US" dirty="0"/>
            <a:t> von Agents</a:t>
          </a:r>
        </a:p>
      </dgm:t>
    </dgm:pt>
    <dgm:pt modelId="{9B4A5A94-F20E-4840-8F5B-A783A4C1682C}" type="parTrans" cxnId="{6C5CD9EE-51BD-4582-8107-858A816ADFCA}">
      <dgm:prSet/>
      <dgm:spPr/>
      <dgm:t>
        <a:bodyPr/>
        <a:lstStyle/>
        <a:p>
          <a:endParaRPr lang="en-US"/>
        </a:p>
      </dgm:t>
    </dgm:pt>
    <dgm:pt modelId="{854171E0-567B-45E5-ABD4-848A164E655A}" type="sibTrans" cxnId="{6C5CD9EE-51BD-4582-8107-858A816ADFCA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22F4926C-24D1-48EC-8137-06A42B0B2A58}" type="pres">
      <dgm:prSet presAssocID="{C0EE93A4-D545-43CF-BD4F-FA517348AA51}" presName="Name0" presStyleCnt="0">
        <dgm:presLayoutVars>
          <dgm:animLvl val="lvl"/>
          <dgm:resizeHandles val="exact"/>
        </dgm:presLayoutVars>
      </dgm:prSet>
      <dgm:spPr/>
    </dgm:pt>
    <dgm:pt modelId="{1CB0E198-E4D2-46E1-96F8-D9D9E2512A32}" type="pres">
      <dgm:prSet presAssocID="{45666D26-517F-4874-9496-17CF0A86B075}" presName="compositeNode" presStyleCnt="0">
        <dgm:presLayoutVars>
          <dgm:bulletEnabled val="1"/>
        </dgm:presLayoutVars>
      </dgm:prSet>
      <dgm:spPr/>
    </dgm:pt>
    <dgm:pt modelId="{6F6DED50-EAF8-442D-B4F3-7677F722651B}" type="pres">
      <dgm:prSet presAssocID="{45666D26-517F-4874-9496-17CF0A86B075}" presName="bgRect" presStyleLbl="bgAccFollowNode1" presStyleIdx="0" presStyleCnt="3"/>
      <dgm:spPr/>
    </dgm:pt>
    <dgm:pt modelId="{70F8AC21-DC6C-4A0F-86B2-79443D0262C1}" type="pres">
      <dgm:prSet presAssocID="{2EF16552-3F06-4504-A476-D0FA7CCC0B4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A47373B-D26E-4828-80E3-C41601008102}" type="pres">
      <dgm:prSet presAssocID="{45666D26-517F-4874-9496-17CF0A86B075}" presName="bottomLine" presStyleLbl="alignNode1" presStyleIdx="1" presStyleCnt="6">
        <dgm:presLayoutVars/>
      </dgm:prSet>
      <dgm:spPr/>
    </dgm:pt>
    <dgm:pt modelId="{45E33B6E-D098-4F4C-A74F-654E9C36DA1F}" type="pres">
      <dgm:prSet presAssocID="{45666D26-517F-4874-9496-17CF0A86B075}" presName="nodeText" presStyleLbl="bgAccFollowNode1" presStyleIdx="0" presStyleCnt="3">
        <dgm:presLayoutVars>
          <dgm:bulletEnabled val="1"/>
        </dgm:presLayoutVars>
      </dgm:prSet>
      <dgm:spPr/>
    </dgm:pt>
    <dgm:pt modelId="{79E8AB9C-3BC0-4F63-B0BC-BD00E0D5D255}" type="pres">
      <dgm:prSet presAssocID="{2EF16552-3F06-4504-A476-D0FA7CCC0B4C}" presName="sibTrans" presStyleCnt="0"/>
      <dgm:spPr/>
    </dgm:pt>
    <dgm:pt modelId="{1B10B2AF-2885-454E-9F27-97E28DD18134}" type="pres">
      <dgm:prSet presAssocID="{C0F4926D-2B4A-4A84-8CE5-AC611840BE33}" presName="compositeNode" presStyleCnt="0">
        <dgm:presLayoutVars>
          <dgm:bulletEnabled val="1"/>
        </dgm:presLayoutVars>
      </dgm:prSet>
      <dgm:spPr/>
    </dgm:pt>
    <dgm:pt modelId="{FD4CDA60-0E66-4353-8993-74E015C185F6}" type="pres">
      <dgm:prSet presAssocID="{C0F4926D-2B4A-4A84-8CE5-AC611840BE33}" presName="bgRect" presStyleLbl="bgAccFollowNode1" presStyleIdx="1" presStyleCnt="3"/>
      <dgm:spPr/>
    </dgm:pt>
    <dgm:pt modelId="{149DDF1F-0705-4B0E-857D-C0CA8D437879}" type="pres">
      <dgm:prSet presAssocID="{F0289AA7-BBE2-416C-87D5-E7C5186739E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2CD6D15-BCAA-48CF-8DF3-72EA7F5ABC7E}" type="pres">
      <dgm:prSet presAssocID="{C0F4926D-2B4A-4A84-8CE5-AC611840BE33}" presName="bottomLine" presStyleLbl="alignNode1" presStyleIdx="3" presStyleCnt="6">
        <dgm:presLayoutVars/>
      </dgm:prSet>
      <dgm:spPr/>
    </dgm:pt>
    <dgm:pt modelId="{8749A6FC-4B9D-469E-963D-601D27BBDD34}" type="pres">
      <dgm:prSet presAssocID="{C0F4926D-2B4A-4A84-8CE5-AC611840BE33}" presName="nodeText" presStyleLbl="bgAccFollowNode1" presStyleIdx="1" presStyleCnt="3">
        <dgm:presLayoutVars>
          <dgm:bulletEnabled val="1"/>
        </dgm:presLayoutVars>
      </dgm:prSet>
      <dgm:spPr/>
    </dgm:pt>
    <dgm:pt modelId="{E6B66045-4686-4EF1-8CCA-814926870666}" type="pres">
      <dgm:prSet presAssocID="{F0289AA7-BBE2-416C-87D5-E7C5186739E4}" presName="sibTrans" presStyleCnt="0"/>
      <dgm:spPr/>
    </dgm:pt>
    <dgm:pt modelId="{A2D797EA-DD78-4A58-B716-A7ADD4ADAB53}" type="pres">
      <dgm:prSet presAssocID="{E1647A64-E87C-4ACA-9029-C2EC6AE93A47}" presName="compositeNode" presStyleCnt="0">
        <dgm:presLayoutVars>
          <dgm:bulletEnabled val="1"/>
        </dgm:presLayoutVars>
      </dgm:prSet>
      <dgm:spPr/>
    </dgm:pt>
    <dgm:pt modelId="{C041B599-8CDA-4558-97C5-0BE9B63F01D5}" type="pres">
      <dgm:prSet presAssocID="{E1647A64-E87C-4ACA-9029-C2EC6AE93A47}" presName="bgRect" presStyleLbl="bgAccFollowNode1" presStyleIdx="2" presStyleCnt="3"/>
      <dgm:spPr/>
    </dgm:pt>
    <dgm:pt modelId="{FD5D30A2-28BB-4F92-98BC-21DE52B07AD7}" type="pres">
      <dgm:prSet presAssocID="{854171E0-567B-45E5-ABD4-848A164E655A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4FAD181-BCE2-4167-B306-858CC68C6652}" type="pres">
      <dgm:prSet presAssocID="{E1647A64-E87C-4ACA-9029-C2EC6AE93A47}" presName="bottomLine" presStyleLbl="alignNode1" presStyleIdx="5" presStyleCnt="6">
        <dgm:presLayoutVars/>
      </dgm:prSet>
      <dgm:spPr/>
    </dgm:pt>
    <dgm:pt modelId="{9ACB2711-65C6-47C2-B57F-C7A5CFA00485}" type="pres">
      <dgm:prSet presAssocID="{E1647A64-E87C-4ACA-9029-C2EC6AE93A47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3828101-8FBE-4902-A8DD-A1045B3255D1}" type="presOf" srcId="{45666D26-517F-4874-9496-17CF0A86B075}" destId="{6F6DED50-EAF8-442D-B4F3-7677F722651B}" srcOrd="0" destOrd="0" presId="urn:microsoft.com/office/officeart/2016/7/layout/BasicLinearProcessNumbered"/>
    <dgm:cxn modelId="{68F06406-9C0F-406E-A441-3E0548A444A2}" type="presOf" srcId="{45666D26-517F-4874-9496-17CF0A86B075}" destId="{45E33B6E-D098-4F4C-A74F-654E9C36DA1F}" srcOrd="1" destOrd="0" presId="urn:microsoft.com/office/officeart/2016/7/layout/BasicLinearProcessNumbered"/>
    <dgm:cxn modelId="{0C8E0524-90A5-4804-BFAB-07038A12E286}" type="presOf" srcId="{C0F4926D-2B4A-4A84-8CE5-AC611840BE33}" destId="{8749A6FC-4B9D-469E-963D-601D27BBDD34}" srcOrd="1" destOrd="0" presId="urn:microsoft.com/office/officeart/2016/7/layout/BasicLinearProcessNumbered"/>
    <dgm:cxn modelId="{D860C533-8D03-4478-B8DD-A3D144C6A37E}" type="presOf" srcId="{854171E0-567B-45E5-ABD4-848A164E655A}" destId="{FD5D30A2-28BB-4F92-98BC-21DE52B07AD7}" srcOrd="0" destOrd="0" presId="urn:microsoft.com/office/officeart/2016/7/layout/BasicLinearProcessNumbered"/>
    <dgm:cxn modelId="{A2B3AD68-ACCF-446A-B5F4-04D0516245ED}" type="presOf" srcId="{C0EE93A4-D545-43CF-BD4F-FA517348AA51}" destId="{22F4926C-24D1-48EC-8137-06A42B0B2A58}" srcOrd="0" destOrd="0" presId="urn:microsoft.com/office/officeart/2016/7/layout/BasicLinearProcessNumbered"/>
    <dgm:cxn modelId="{640FC375-C5DC-41D9-9E97-0FBC4B0F37D4}" type="presOf" srcId="{F0289AA7-BBE2-416C-87D5-E7C5186739E4}" destId="{149DDF1F-0705-4B0E-857D-C0CA8D437879}" srcOrd="0" destOrd="0" presId="urn:microsoft.com/office/officeart/2016/7/layout/BasicLinearProcessNumbered"/>
    <dgm:cxn modelId="{3523B389-ADE4-41BA-ABF3-6FFDB0C1DB55}" type="presOf" srcId="{2EF16552-3F06-4504-A476-D0FA7CCC0B4C}" destId="{70F8AC21-DC6C-4A0F-86B2-79443D0262C1}" srcOrd="0" destOrd="0" presId="urn:microsoft.com/office/officeart/2016/7/layout/BasicLinearProcessNumbered"/>
    <dgm:cxn modelId="{061B07AE-D1EF-4AA4-B8D5-46504FF8DAD6}" type="presOf" srcId="{E1647A64-E87C-4ACA-9029-C2EC6AE93A47}" destId="{9ACB2711-65C6-47C2-B57F-C7A5CFA00485}" srcOrd="1" destOrd="0" presId="urn:microsoft.com/office/officeart/2016/7/layout/BasicLinearProcessNumbered"/>
    <dgm:cxn modelId="{A38A05E3-EBEE-4A94-8FB7-ED803A2D8A70}" type="presOf" srcId="{C0F4926D-2B4A-4A84-8CE5-AC611840BE33}" destId="{FD4CDA60-0E66-4353-8993-74E015C185F6}" srcOrd="0" destOrd="0" presId="urn:microsoft.com/office/officeart/2016/7/layout/BasicLinearProcessNumbered"/>
    <dgm:cxn modelId="{79A64CE6-7351-4D88-9DDE-FB2F4B0687D5}" srcId="{C0EE93A4-D545-43CF-BD4F-FA517348AA51}" destId="{C0F4926D-2B4A-4A84-8CE5-AC611840BE33}" srcOrd="1" destOrd="0" parTransId="{65E1006D-0050-46CB-ADD2-D18BCFDB6FE7}" sibTransId="{F0289AA7-BBE2-416C-87D5-E7C5186739E4}"/>
    <dgm:cxn modelId="{6C5CD9EE-51BD-4582-8107-858A816ADFCA}" srcId="{C0EE93A4-D545-43CF-BD4F-FA517348AA51}" destId="{E1647A64-E87C-4ACA-9029-C2EC6AE93A47}" srcOrd="2" destOrd="0" parTransId="{9B4A5A94-F20E-4840-8F5B-A783A4C1682C}" sibTransId="{854171E0-567B-45E5-ABD4-848A164E655A}"/>
    <dgm:cxn modelId="{BC9BA8F2-05D3-411E-BCBE-EA028E531B46}" type="presOf" srcId="{E1647A64-E87C-4ACA-9029-C2EC6AE93A47}" destId="{C041B599-8CDA-4558-97C5-0BE9B63F01D5}" srcOrd="0" destOrd="0" presId="urn:microsoft.com/office/officeart/2016/7/layout/BasicLinearProcessNumbered"/>
    <dgm:cxn modelId="{ECDE71F3-CE76-40D5-8BE0-1D8318B8B8FA}" srcId="{C0EE93A4-D545-43CF-BD4F-FA517348AA51}" destId="{45666D26-517F-4874-9496-17CF0A86B075}" srcOrd="0" destOrd="0" parTransId="{14A88E4A-433A-48C9-80AF-8D6E6771C99A}" sibTransId="{2EF16552-3F06-4504-A476-D0FA7CCC0B4C}"/>
    <dgm:cxn modelId="{46F905E3-AC6B-4DF3-93B9-159AA0EB508D}" type="presParOf" srcId="{22F4926C-24D1-48EC-8137-06A42B0B2A58}" destId="{1CB0E198-E4D2-46E1-96F8-D9D9E2512A32}" srcOrd="0" destOrd="0" presId="urn:microsoft.com/office/officeart/2016/7/layout/BasicLinearProcessNumbered"/>
    <dgm:cxn modelId="{58DE4D37-F1CC-4A5B-B454-F1373937AF04}" type="presParOf" srcId="{1CB0E198-E4D2-46E1-96F8-D9D9E2512A32}" destId="{6F6DED50-EAF8-442D-B4F3-7677F722651B}" srcOrd="0" destOrd="0" presId="urn:microsoft.com/office/officeart/2016/7/layout/BasicLinearProcessNumbered"/>
    <dgm:cxn modelId="{9E68FD44-D958-4B9E-9388-BB0500500CB1}" type="presParOf" srcId="{1CB0E198-E4D2-46E1-96F8-D9D9E2512A32}" destId="{70F8AC21-DC6C-4A0F-86B2-79443D0262C1}" srcOrd="1" destOrd="0" presId="urn:microsoft.com/office/officeart/2016/7/layout/BasicLinearProcessNumbered"/>
    <dgm:cxn modelId="{068E8F74-F4F8-4C7D-9AD4-BBBD82C673D3}" type="presParOf" srcId="{1CB0E198-E4D2-46E1-96F8-D9D9E2512A32}" destId="{BA47373B-D26E-4828-80E3-C41601008102}" srcOrd="2" destOrd="0" presId="urn:microsoft.com/office/officeart/2016/7/layout/BasicLinearProcessNumbered"/>
    <dgm:cxn modelId="{0211AEB0-29C2-47D7-9966-C3CA006BEAFF}" type="presParOf" srcId="{1CB0E198-E4D2-46E1-96F8-D9D9E2512A32}" destId="{45E33B6E-D098-4F4C-A74F-654E9C36DA1F}" srcOrd="3" destOrd="0" presId="urn:microsoft.com/office/officeart/2016/7/layout/BasicLinearProcessNumbered"/>
    <dgm:cxn modelId="{07B1E35C-2DFD-4B54-A521-063B212D70AB}" type="presParOf" srcId="{22F4926C-24D1-48EC-8137-06A42B0B2A58}" destId="{79E8AB9C-3BC0-4F63-B0BC-BD00E0D5D255}" srcOrd="1" destOrd="0" presId="urn:microsoft.com/office/officeart/2016/7/layout/BasicLinearProcessNumbered"/>
    <dgm:cxn modelId="{886208BA-C563-41A3-9C95-9E265FC7426E}" type="presParOf" srcId="{22F4926C-24D1-48EC-8137-06A42B0B2A58}" destId="{1B10B2AF-2885-454E-9F27-97E28DD18134}" srcOrd="2" destOrd="0" presId="urn:microsoft.com/office/officeart/2016/7/layout/BasicLinearProcessNumbered"/>
    <dgm:cxn modelId="{BF87B95B-E19A-45E1-BD3F-E2DA4F851249}" type="presParOf" srcId="{1B10B2AF-2885-454E-9F27-97E28DD18134}" destId="{FD4CDA60-0E66-4353-8993-74E015C185F6}" srcOrd="0" destOrd="0" presId="urn:microsoft.com/office/officeart/2016/7/layout/BasicLinearProcessNumbered"/>
    <dgm:cxn modelId="{DC0A6B3E-1B1B-44AC-ADC7-F8ABC9BD536F}" type="presParOf" srcId="{1B10B2AF-2885-454E-9F27-97E28DD18134}" destId="{149DDF1F-0705-4B0E-857D-C0CA8D437879}" srcOrd="1" destOrd="0" presId="urn:microsoft.com/office/officeart/2016/7/layout/BasicLinearProcessNumbered"/>
    <dgm:cxn modelId="{916C1F2D-BC5C-4BD7-93B3-EDA1A0E67423}" type="presParOf" srcId="{1B10B2AF-2885-454E-9F27-97E28DD18134}" destId="{F2CD6D15-BCAA-48CF-8DF3-72EA7F5ABC7E}" srcOrd="2" destOrd="0" presId="urn:microsoft.com/office/officeart/2016/7/layout/BasicLinearProcessNumbered"/>
    <dgm:cxn modelId="{23FF1EB8-5E4D-4BDD-BD70-05DDB2E13FC9}" type="presParOf" srcId="{1B10B2AF-2885-454E-9F27-97E28DD18134}" destId="{8749A6FC-4B9D-469E-963D-601D27BBDD34}" srcOrd="3" destOrd="0" presId="urn:microsoft.com/office/officeart/2016/7/layout/BasicLinearProcessNumbered"/>
    <dgm:cxn modelId="{2A0BF452-56C1-41D3-A578-86E6AB25035B}" type="presParOf" srcId="{22F4926C-24D1-48EC-8137-06A42B0B2A58}" destId="{E6B66045-4686-4EF1-8CCA-814926870666}" srcOrd="3" destOrd="0" presId="urn:microsoft.com/office/officeart/2016/7/layout/BasicLinearProcessNumbered"/>
    <dgm:cxn modelId="{D5F0AAA7-96A1-49E9-9DCA-E72F2A8C8DA4}" type="presParOf" srcId="{22F4926C-24D1-48EC-8137-06A42B0B2A58}" destId="{A2D797EA-DD78-4A58-B716-A7ADD4ADAB53}" srcOrd="4" destOrd="0" presId="urn:microsoft.com/office/officeart/2016/7/layout/BasicLinearProcessNumbered"/>
    <dgm:cxn modelId="{7A1B1882-C16D-4B57-A16F-446C2352A557}" type="presParOf" srcId="{A2D797EA-DD78-4A58-B716-A7ADD4ADAB53}" destId="{C041B599-8CDA-4558-97C5-0BE9B63F01D5}" srcOrd="0" destOrd="0" presId="urn:microsoft.com/office/officeart/2016/7/layout/BasicLinearProcessNumbered"/>
    <dgm:cxn modelId="{C56F8597-6D20-4304-BBA1-CEFF5F0694D7}" type="presParOf" srcId="{A2D797EA-DD78-4A58-B716-A7ADD4ADAB53}" destId="{FD5D30A2-28BB-4F92-98BC-21DE52B07AD7}" srcOrd="1" destOrd="0" presId="urn:microsoft.com/office/officeart/2016/7/layout/BasicLinearProcessNumbered"/>
    <dgm:cxn modelId="{09E064F2-1FF6-4C70-9433-11DA54D4BF85}" type="presParOf" srcId="{A2D797EA-DD78-4A58-B716-A7ADD4ADAB53}" destId="{54FAD181-BCE2-4167-B306-858CC68C6652}" srcOrd="2" destOrd="0" presId="urn:microsoft.com/office/officeart/2016/7/layout/BasicLinearProcessNumbered"/>
    <dgm:cxn modelId="{0E06AE89-F345-49B2-9D98-447E10750167}" type="presParOf" srcId="{A2D797EA-DD78-4A58-B716-A7ADD4ADAB53}" destId="{9ACB2711-65C6-47C2-B57F-C7A5CFA0048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3BE96-97D6-43F4-85DD-DFD07FB814A4}">
      <dsp:nvSpPr>
        <dsp:cNvPr id="0" name=""/>
        <dsp:cNvSpPr/>
      </dsp:nvSpPr>
      <dsp:spPr>
        <a:xfrm>
          <a:off x="0" y="187378"/>
          <a:ext cx="1489359" cy="8936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200" kern="1200"/>
            <a:t>Themawahl</a:t>
          </a:r>
          <a:endParaRPr lang="en-US" sz="1200" kern="1200"/>
        </a:p>
      </dsp:txBody>
      <dsp:txXfrm>
        <a:off x="0" y="187378"/>
        <a:ext cx="1489359" cy="893615"/>
      </dsp:txXfrm>
    </dsp:sp>
    <dsp:sp modelId="{6D572393-517E-4177-A9C5-FFBD037EA216}">
      <dsp:nvSpPr>
        <dsp:cNvPr id="0" name=""/>
        <dsp:cNvSpPr/>
      </dsp:nvSpPr>
      <dsp:spPr>
        <a:xfrm>
          <a:off x="1638294" y="187378"/>
          <a:ext cx="1489359" cy="8936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200" kern="1200" dirty="0"/>
            <a:t>Problemstellung</a:t>
          </a:r>
          <a:endParaRPr lang="en-US" sz="1200" kern="1200" dirty="0"/>
        </a:p>
      </dsp:txBody>
      <dsp:txXfrm>
        <a:off x="1638294" y="187378"/>
        <a:ext cx="1489359" cy="893615"/>
      </dsp:txXfrm>
    </dsp:sp>
    <dsp:sp modelId="{FBD6B95D-DBA3-471A-B11B-F98CB473DCD1}">
      <dsp:nvSpPr>
        <dsp:cNvPr id="0" name=""/>
        <dsp:cNvSpPr/>
      </dsp:nvSpPr>
      <dsp:spPr>
        <a:xfrm>
          <a:off x="3276589" y="187378"/>
          <a:ext cx="1489359" cy="8936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200" kern="1200"/>
            <a:t>User Stories</a:t>
          </a:r>
          <a:endParaRPr lang="en-US" sz="1200" kern="1200"/>
        </a:p>
      </dsp:txBody>
      <dsp:txXfrm>
        <a:off x="3276589" y="187378"/>
        <a:ext cx="1489359" cy="893615"/>
      </dsp:txXfrm>
    </dsp:sp>
    <dsp:sp modelId="{87FAC60B-21E9-45DC-A9AC-D435EFF06634}">
      <dsp:nvSpPr>
        <dsp:cNvPr id="0" name=""/>
        <dsp:cNvSpPr/>
      </dsp:nvSpPr>
      <dsp:spPr>
        <a:xfrm>
          <a:off x="0" y="1229930"/>
          <a:ext cx="1489359" cy="8936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200" kern="1200" dirty="0"/>
            <a:t>Projektfunktionen</a:t>
          </a:r>
        </a:p>
      </dsp:txBody>
      <dsp:txXfrm>
        <a:off x="0" y="1229930"/>
        <a:ext cx="1489359" cy="893615"/>
      </dsp:txXfrm>
    </dsp:sp>
    <dsp:sp modelId="{95853E69-3BCD-47FA-AFB2-55386A0A9990}">
      <dsp:nvSpPr>
        <dsp:cNvPr id="0" name=""/>
        <dsp:cNvSpPr/>
      </dsp:nvSpPr>
      <dsp:spPr>
        <a:xfrm>
          <a:off x="1638294" y="1229930"/>
          <a:ext cx="1489359" cy="8936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200" kern="1200"/>
            <a:t>Projektmanagement</a:t>
          </a:r>
          <a:endParaRPr lang="en-US" sz="1200" kern="1200"/>
        </a:p>
      </dsp:txBody>
      <dsp:txXfrm>
        <a:off x="1638294" y="1229930"/>
        <a:ext cx="1489359" cy="893615"/>
      </dsp:txXfrm>
    </dsp:sp>
    <dsp:sp modelId="{27D863A9-3EB0-45D9-ACCD-DB51327C150F}">
      <dsp:nvSpPr>
        <dsp:cNvPr id="0" name=""/>
        <dsp:cNvSpPr/>
      </dsp:nvSpPr>
      <dsp:spPr>
        <a:xfrm>
          <a:off x="3276589" y="1229930"/>
          <a:ext cx="1489359" cy="8936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200" kern="1200"/>
            <a:t>Live Demo</a:t>
          </a:r>
          <a:endParaRPr lang="en-US" sz="1200" kern="1200"/>
        </a:p>
      </dsp:txBody>
      <dsp:txXfrm>
        <a:off x="3276589" y="1229930"/>
        <a:ext cx="1489359" cy="893615"/>
      </dsp:txXfrm>
    </dsp:sp>
    <dsp:sp modelId="{5B02B8CC-9B65-471C-86F7-B2D185C39088}">
      <dsp:nvSpPr>
        <dsp:cNvPr id="0" name=""/>
        <dsp:cNvSpPr/>
      </dsp:nvSpPr>
      <dsp:spPr>
        <a:xfrm>
          <a:off x="1638294" y="2272481"/>
          <a:ext cx="1489359" cy="8936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200" kern="1200"/>
            <a:t>Q &amp; A</a:t>
          </a:r>
          <a:endParaRPr lang="en-US" sz="1200" kern="1200"/>
        </a:p>
      </dsp:txBody>
      <dsp:txXfrm>
        <a:off x="1638294" y="2272481"/>
        <a:ext cx="1489359" cy="8936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04CC49-A35B-4858-AF71-25183E4DD1E4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09ADE-1519-4AD0-A41F-E84AC279B225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CF8A7-7ECB-4FCF-A2EC-00AF4B104C54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Früher:
Mitarbeitende trugen ihre gestempelten Zeiten in eine Datei ein.
→ Der Vorgesetzte musste diese Daten manuell kontrollieren und berechnen.</a:t>
          </a:r>
          <a:endParaRPr lang="en-US" sz="1400" kern="1200" dirty="0"/>
        </a:p>
      </dsp:txBody>
      <dsp:txXfrm>
        <a:off x="1816103" y="671"/>
        <a:ext cx="4447536" cy="1572384"/>
      </dsp:txXfrm>
    </dsp:sp>
    <dsp:sp modelId="{B5E62FEF-4AC0-45D5-B392-9B7C5C9B549E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7412B-F7C7-4246-A508-E0CD0964D799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99294-E8E5-453A-8FDC-A902162184E6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Arbeitszeitrechner 1.0:
Die Datei konnte eingelesen werden und erzeugte automatisch eine Übersicht.
→ Trotzdem blieben Datenpflege, Kontrolle und Auswertung weiterhin manuell geprägt.</a:t>
          </a:r>
          <a:endParaRPr lang="en-US" sz="1400" kern="1200" dirty="0"/>
        </a:p>
      </dsp:txBody>
      <dsp:txXfrm>
        <a:off x="1816103" y="1966151"/>
        <a:ext cx="4447536" cy="1572384"/>
      </dsp:txXfrm>
    </dsp:sp>
    <dsp:sp modelId="{B9FCBDCB-4B67-41DF-BC71-E894BFB24222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71373-ADD1-48A7-8E83-80B06738D416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1C891-B824-433C-8897-3966CE809A4F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 dirty="0"/>
            <a:t>Arbeitszeitrechner 2.0:</a:t>
          </a:r>
          <a:r>
            <a:rPr lang="de-DE" sz="1400" kern="1200" dirty="0"/>
            <a:t>
Das Unternehmen befindet sich in einem technischen Wandel.
→ Deshalb soll die Zeiterfassung digitaler, übersichtlicher und benutzerfreundlicher werden.</a:t>
          </a:r>
          <a:endParaRPr lang="en-US" sz="1400" kern="1200" dirty="0"/>
        </a:p>
      </dsp:txBody>
      <dsp:txXfrm>
        <a:off x="1816103" y="3931632"/>
        <a:ext cx="4447536" cy="15723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DED50-EAF8-442D-B4F3-7677F722651B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 dirty="0"/>
            <a:t>Arbeitsteilung nach MVC-Pattern</a:t>
          </a:r>
          <a:endParaRPr lang="en-US" sz="2600" kern="1200" dirty="0"/>
        </a:p>
      </dsp:txBody>
      <dsp:txXfrm>
        <a:off x="0" y="1653508"/>
        <a:ext cx="3286125" cy="2610802"/>
      </dsp:txXfrm>
    </dsp:sp>
    <dsp:sp modelId="{70F8AC21-DC6C-4A0F-86B2-79443D0262C1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BA47373B-D26E-4828-80E3-C41601008102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CDA60-0E66-4353-8993-74E015C185F6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 dirty="0"/>
            <a:t>Highlights - Bugs / </a:t>
          </a:r>
          <a:r>
            <a:rPr lang="de-CH" sz="2600" kern="1200" dirty="0" err="1"/>
            <a:t>Issues</a:t>
          </a:r>
          <a:r>
            <a:rPr lang="de-CH" sz="2600" kern="1200" dirty="0"/>
            <a:t> bei Projektführung</a:t>
          </a:r>
          <a:endParaRPr lang="en-US" sz="2600" kern="1200" dirty="0"/>
        </a:p>
      </dsp:txBody>
      <dsp:txXfrm>
        <a:off x="3614737" y="1653508"/>
        <a:ext cx="3286125" cy="2610802"/>
      </dsp:txXfrm>
    </dsp:sp>
    <dsp:sp modelId="{149DDF1F-0705-4B0E-857D-C0CA8D437879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F2CD6D15-BCAA-48CF-8DF3-72EA7F5ABC7E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1B599-8CDA-4558-97C5-0BE9B63F01D5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Verwendung</a:t>
          </a:r>
          <a:r>
            <a:rPr lang="en-US" sz="2600" kern="1200" dirty="0"/>
            <a:t> von Agents</a:t>
          </a:r>
        </a:p>
      </dsp:txBody>
      <dsp:txXfrm>
        <a:off x="7229475" y="1653508"/>
        <a:ext cx="3286125" cy="2610802"/>
      </dsp:txXfrm>
    </dsp:sp>
    <dsp:sp modelId="{FD5D30A2-28BB-4F92-98BC-21DE52B07AD7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54FAD181-BCE2-4167-B306-858CC68C6652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4883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8524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854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0722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9588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1149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13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373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969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8156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6952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8CBAE-7A44-45F7-94F3-E2A86F2CD231}" type="datetimeFigureOut">
              <a:rPr lang="en-CH" smtClean="0"/>
              <a:t>05/24/2026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14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29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14668C-1554-9F89-BD70-983A2DFDC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56452"/>
            <a:ext cx="6105194" cy="2031055"/>
          </a:xfrm>
        </p:spPr>
        <p:txBody>
          <a:bodyPr>
            <a:normAutofit/>
          </a:bodyPr>
          <a:lstStyle/>
          <a:p>
            <a:r>
              <a:rPr lang="de-CH" sz="4400" dirty="0">
                <a:solidFill>
                  <a:schemeClr val="tx2"/>
                </a:solidFill>
              </a:rPr>
              <a:t>Arbeitszeit-Auswertungsprogramm 2.0</a:t>
            </a:r>
            <a:endParaRPr lang="en-CH" sz="44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AA85C-CE97-89D0-4347-111DB5558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de-CH" sz="2000" dirty="0">
                <a:solidFill>
                  <a:schemeClr val="tx2"/>
                </a:solidFill>
              </a:rPr>
              <a:t>Gruppe 2 : Mehmedali Abdiu, Denis Silva Meira, Arti Rechi</a:t>
            </a:r>
            <a:endParaRPr lang="en-CH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03596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66E1C-7D50-6713-CDD9-695D4F2A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e-CH" sz="3600">
                <a:solidFill>
                  <a:schemeClr val="tx2"/>
                </a:solidFill>
              </a:rPr>
              <a:t>Agenda</a:t>
            </a:r>
            <a:endParaRPr lang="en-CH" sz="3600">
              <a:solidFill>
                <a:schemeClr val="tx2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4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FB35A9D-5019-707E-C44C-F025ED0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319" y="1700784"/>
            <a:ext cx="3854378" cy="4379976"/>
          </a:xfrm>
          <a:prstGeom prst="rect">
            <a:avLst/>
          </a:prstGeom>
        </p:spPr>
      </p:pic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109F365F-AD97-3E67-214E-6BF17617F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044539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670345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0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1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F7E1B9-41AD-C495-00C0-5D0A87EF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CH" sz="3600">
                <a:solidFill>
                  <a:schemeClr val="tx2"/>
                </a:solidFill>
              </a:rPr>
              <a:t>Themawahl</a:t>
            </a:r>
            <a:endParaRPr lang="en-CH" sz="3600">
              <a:solidFill>
                <a:schemeClr val="tx2"/>
              </a:solidFill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E6B65A34-5C7F-5745-6BE5-9469B0ABF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de-CH" sz="1800">
                <a:solidFill>
                  <a:schemeClr val="tx2"/>
                </a:solidFill>
              </a:rPr>
              <a:t>Weitererarbeitung von Fachwissen aus Programmieren I &amp; II</a:t>
            </a:r>
          </a:p>
          <a:p>
            <a:r>
              <a:rPr lang="de-CH" sz="1800">
                <a:solidFill>
                  <a:schemeClr val="tx2"/>
                </a:solidFill>
              </a:rPr>
              <a:t>Transformation einer Konsonlenapplikation in eine «typische» Applikationslösung (GUI + Datenbankanknüpfung)</a:t>
            </a:r>
          </a:p>
          <a:p>
            <a:r>
              <a:rPr lang="de-CH" sz="1800">
                <a:solidFill>
                  <a:schemeClr val="tx2"/>
                </a:solidFill>
              </a:rPr>
              <a:t>Interesse an Zeiterfassungsprogramme für Firmenverwendung</a:t>
            </a:r>
            <a:endParaRPr lang="en-CH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1552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05FA1-0157-DBBE-62D4-B69ED111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683FF-DF97-CAEE-2483-FA062B05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de-CH" sz="3600"/>
              <a:t>Problemstellung</a:t>
            </a:r>
            <a:endParaRPr lang="en-CH" sz="360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9357B2AC-4440-AC16-27E1-27AB773957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1719251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CE87277A-1FD2-7888-2119-75A90DAC7D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77253" y="1285"/>
            <a:ext cx="5270461" cy="685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1960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8BD119-595B-A2E6-D260-FB3B0791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CH" sz="3600">
                <a:solidFill>
                  <a:schemeClr val="tx2"/>
                </a:solidFill>
              </a:rPr>
              <a:t>Problemstellung</a:t>
            </a:r>
            <a:endParaRPr lang="en-CH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90F41-17FD-54A8-AB15-7884C6F9A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77" y="804671"/>
            <a:ext cx="6413589" cy="5417086"/>
          </a:xfrm>
        </p:spPr>
        <p:txBody>
          <a:bodyPr anchor="ctr">
            <a:normAutofit/>
          </a:bodyPr>
          <a:lstStyle/>
          <a:p>
            <a:r>
              <a:rPr lang="de-DE" sz="1600" dirty="0">
                <a:solidFill>
                  <a:schemeClr val="tx2"/>
                </a:solidFill>
              </a:rPr>
              <a:t>Vorgesetzte müssen Mitarbeitenden wegen fehlender Zeiteinträge nachgehen.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tx2"/>
                </a:solidFill>
              </a:rPr>
              <a:t>Mitarbeitende sollen ihre Arbeitszeiten selbst digital erfassen können.</a:t>
            </a:r>
            <a:br>
              <a:rPr lang="de-DE" sz="1400" dirty="0">
                <a:solidFill>
                  <a:schemeClr val="tx2"/>
                </a:solidFill>
              </a:rPr>
            </a:br>
            <a:endParaRPr lang="de-DE" sz="1400" dirty="0">
              <a:solidFill>
                <a:schemeClr val="tx2"/>
              </a:solidFill>
            </a:endParaRPr>
          </a:p>
          <a:p>
            <a:r>
              <a:rPr lang="de-DE" sz="1600" dirty="0">
                <a:solidFill>
                  <a:schemeClr val="tx2"/>
                </a:solidFill>
              </a:rPr>
              <a:t>Bei Zu- oder Abgängen muss das bestehende System manuell aktualisiert werden.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tx2"/>
                </a:solidFill>
              </a:rPr>
              <a:t>Neue Mitarbeitende und Austritte sollen einfach verwaltet werden können.</a:t>
            </a:r>
            <a:br>
              <a:rPr lang="de-DE" sz="1400" dirty="0">
                <a:solidFill>
                  <a:schemeClr val="tx2"/>
                </a:solidFill>
              </a:rPr>
            </a:br>
            <a:endParaRPr lang="de-DE" sz="1400" dirty="0">
              <a:solidFill>
                <a:schemeClr val="tx2"/>
              </a:solidFill>
            </a:endParaRPr>
          </a:p>
          <a:p>
            <a:r>
              <a:rPr lang="de-DE" sz="1600" dirty="0">
                <a:solidFill>
                  <a:schemeClr val="tx2"/>
                </a:solidFill>
              </a:rPr>
              <a:t>Die CMD-Ansicht ist unübersichtlich und schwer im Arbeitsalltag auszuwerten.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tx2"/>
                </a:solidFill>
              </a:rPr>
              <a:t>Arbeitsstunden und </a:t>
            </a:r>
            <a:r>
              <a:rPr lang="de-DE" sz="1400" dirty="0" err="1">
                <a:solidFill>
                  <a:schemeClr val="tx2"/>
                </a:solidFill>
              </a:rPr>
              <a:t>Arbeitszeitverstösse</a:t>
            </a:r>
            <a:r>
              <a:rPr lang="de-DE" sz="1400" dirty="0">
                <a:solidFill>
                  <a:schemeClr val="tx2"/>
                </a:solidFill>
              </a:rPr>
              <a:t> sollen übersichtlich dargestellt werden.</a:t>
            </a:r>
            <a:br>
              <a:rPr lang="de-DE" sz="1400" dirty="0">
                <a:solidFill>
                  <a:schemeClr val="tx2"/>
                </a:solidFill>
              </a:rPr>
            </a:br>
            <a:endParaRPr lang="de-DE" sz="1400" dirty="0">
              <a:solidFill>
                <a:schemeClr val="tx2"/>
              </a:solidFill>
            </a:endParaRPr>
          </a:p>
          <a:p>
            <a:r>
              <a:rPr lang="de-DE" sz="1600" dirty="0">
                <a:solidFill>
                  <a:schemeClr val="tx2"/>
                </a:solidFill>
              </a:rPr>
              <a:t>Mit wachsendem Unternehmen kann eine einzelne Führungsperson nicht mehr alle Einträge verwalten.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tx2"/>
                </a:solidFill>
              </a:rPr>
              <a:t>Administrative Aufgaben sollen zukünftig an einzelne Personen übergeben werden können.</a:t>
            </a:r>
            <a:endParaRPr lang="en-CH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95896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2AFBF-FB86-9DB4-B623-60FB7209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1130539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Stories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9243C-9228-FEF2-EAC2-30CE0F40A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de-DE" sz="2100" dirty="0">
                <a:solidFill>
                  <a:schemeClr val="tx2"/>
                </a:solidFill>
              </a:rPr>
              <a:t>Rolle: Worker</a:t>
            </a:r>
            <a:endParaRPr lang="en-CH" sz="2100" dirty="0">
              <a:solidFill>
                <a:schemeClr val="tx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5E43E-E2CE-E463-8384-53BF46843E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2300" dirty="0">
                <a:solidFill>
                  <a:schemeClr val="tx2"/>
                </a:solidFill>
              </a:rPr>
              <a:t>Login</a:t>
            </a:r>
          </a:p>
          <a:p>
            <a:r>
              <a:rPr lang="de-DE" sz="2300" dirty="0">
                <a:solidFill>
                  <a:schemeClr val="tx2"/>
                </a:solidFill>
              </a:rPr>
              <a:t>Modulauswahl ist begrenzt auf Rollenfunktionen</a:t>
            </a:r>
          </a:p>
          <a:p>
            <a:r>
              <a:rPr lang="de-DE" sz="2300" dirty="0">
                <a:solidFill>
                  <a:schemeClr val="tx2"/>
                </a:solidFill>
              </a:rPr>
              <a:t>Neue Zeiteinträge erfassen pro Kalenderwoche</a:t>
            </a:r>
          </a:p>
          <a:p>
            <a:r>
              <a:rPr lang="de-DE" sz="2300" dirty="0">
                <a:solidFill>
                  <a:schemeClr val="tx2"/>
                </a:solidFill>
              </a:rPr>
              <a:t>Bestehenden eigene Arbeitszeiten anschauen mit Details (Bsp. Soll-Ist)</a:t>
            </a:r>
          </a:p>
          <a:p>
            <a:r>
              <a:rPr lang="de-DE" sz="2300" dirty="0">
                <a:solidFill>
                  <a:schemeClr val="tx2"/>
                </a:solidFill>
              </a:rPr>
              <a:t>Bestehende Arbeitszeiten modifizieren</a:t>
            </a:r>
          </a:p>
          <a:p>
            <a:r>
              <a:rPr lang="de-DE" sz="2300" dirty="0">
                <a:solidFill>
                  <a:schemeClr val="tx2"/>
                </a:solidFill>
              </a:rPr>
              <a:t>Logout</a:t>
            </a:r>
          </a:p>
          <a:p>
            <a:endParaRPr lang="en-CH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3D66D-EDA3-0DD4-1447-97F8E82E2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de-DE" sz="2100" dirty="0">
                <a:solidFill>
                  <a:schemeClr val="tx2"/>
                </a:solidFill>
              </a:rPr>
              <a:t>Rolle: Admin</a:t>
            </a:r>
            <a:endParaRPr lang="en-CH" sz="2100" dirty="0">
              <a:solidFill>
                <a:schemeClr val="tx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44223-EF28-BAC5-7BA2-7220370861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2300" dirty="0">
                <a:solidFill>
                  <a:schemeClr val="tx2"/>
                </a:solidFill>
              </a:rPr>
              <a:t>Login</a:t>
            </a:r>
          </a:p>
          <a:p>
            <a:r>
              <a:rPr lang="de-DE" sz="2300" dirty="0">
                <a:solidFill>
                  <a:schemeClr val="tx2"/>
                </a:solidFill>
              </a:rPr>
              <a:t>Modulauswahl ist begrenzt auf Rollenfunktionen</a:t>
            </a:r>
          </a:p>
          <a:p>
            <a:r>
              <a:rPr lang="de-DE" sz="2300" dirty="0">
                <a:solidFill>
                  <a:schemeClr val="tx2"/>
                </a:solidFill>
              </a:rPr>
              <a:t>Alle bestehenden Arbeitszeiten anschauen mit Details (Bsp. Soll-Ist)</a:t>
            </a:r>
          </a:p>
          <a:p>
            <a:r>
              <a:rPr lang="de-DE" sz="2300" dirty="0">
                <a:solidFill>
                  <a:schemeClr val="tx2"/>
                </a:solidFill>
              </a:rPr>
              <a:t>Alle bestehenden Verstöße von Zeiteintragen anschauen mit Details (Bsp. Soll-Ist, Art des Verstoßes)</a:t>
            </a:r>
          </a:p>
          <a:p>
            <a:r>
              <a:rPr lang="de-DE" sz="2300" dirty="0">
                <a:solidFill>
                  <a:schemeClr val="tx2"/>
                </a:solidFill>
              </a:rPr>
              <a:t>neue Mitarbeiter erfassen oder entfernen.</a:t>
            </a:r>
          </a:p>
          <a:p>
            <a:r>
              <a:rPr lang="de-DE" sz="2300" dirty="0">
                <a:solidFill>
                  <a:schemeClr val="tx2"/>
                </a:solidFill>
              </a:rPr>
              <a:t>Logout</a:t>
            </a:r>
          </a:p>
          <a:p>
            <a:endParaRPr lang="de-DE" b="1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0496790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AE512-6854-AD1D-0563-81C69B2F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FFCF9A-A59A-3D98-B117-A920A77A3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Projektfunktionen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6A20E-2603-50DB-DD91-CAF677BB6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Usereingabe von Stemplungen pro Kalenderwoche im GUI (+Validierung)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Automatische Berechnung der Stunden (+/-) anhand des Pensums für Tabellenübersicht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Validierung der vertraglichen Rahmenbedingungen </a:t>
            </a:r>
          </a:p>
          <a:p>
            <a:pPr marL="57150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&gt; Erstellung eines Verstosses bei Fehlern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Ausgabe der Informationen pro Mitarbeiter in Tabellen in der GUI.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Verstoss Übersicht für Admin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User Management Übersicht für Admin</a:t>
            </a:r>
          </a:p>
        </p:txBody>
      </p:sp>
    </p:spTree>
    <p:extLst>
      <p:ext uri="{BB962C8B-B14F-4D97-AF65-F5344CB8AC3E}">
        <p14:creationId xmlns:p14="http://schemas.microsoft.com/office/powerpoint/2010/main" val="452031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CCB5C-C98D-DF9D-1182-9AC3C309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de-CH" sz="5200"/>
              <a:t>Projektmanagement</a:t>
            </a:r>
            <a:endParaRPr lang="en-CH" sz="5200"/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EDF3F1E9-4BEC-4492-5E5E-43134BFB7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9495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10414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" name="Freeform: Shape 1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E74311-7DE5-916A-FACF-6598EDEE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Live Demo</a:t>
            </a:r>
            <a:b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5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853377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2E4F1-5B0D-6078-9666-D15C5308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Q&amp;A</a:t>
            </a:r>
            <a:b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9" name="Freeform: Shape 15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Graphic 5" descr="Help Thin">
            <a:extLst>
              <a:ext uri="{FF2B5EF4-FFF2-40B4-BE49-F238E27FC236}">
                <a16:creationId xmlns:a16="http://schemas.microsoft.com/office/drawing/2014/main" id="{82783B54-8615-B3D8-D96B-B20DF20BA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12204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DB92E-9198-397C-B79C-0434C75E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FD96E-0374-7A4B-1629-8E634560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321056"/>
            <a:ext cx="1068415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Repo:</a:t>
            </a:r>
            <a:b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>
                <a:solidFill>
                  <a:schemeClr val="tx2"/>
                </a:solidFill>
              </a:rPr>
              <a:t>https://github.com/M-Abdiu/Gruppe_06-Arbeitszeitrechner_2.0.git</a:t>
            </a: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13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14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2" name="Freeform: Shape 17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201573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384</Words>
  <Application>Microsoft Office PowerPoint</Application>
  <PresentationFormat>Breitbild</PresentationFormat>
  <Paragraphs>57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Arbeitszeit-Auswertungsprogramm 2.0</vt:lpstr>
      <vt:lpstr>Agenda</vt:lpstr>
      <vt:lpstr>Themawahl</vt:lpstr>
      <vt:lpstr>Problemstellung</vt:lpstr>
      <vt:lpstr>Problemstellung</vt:lpstr>
      <vt:lpstr>User Stories</vt:lpstr>
      <vt:lpstr>Projektfunktionen</vt:lpstr>
      <vt:lpstr>Projektmanagement</vt:lpstr>
      <vt:lpstr>Live Demo </vt:lpstr>
      <vt:lpstr>Q&amp;A </vt:lpstr>
      <vt:lpstr>Repo: https://github.com/M-Abdiu/Gruppe_06-Arbeitszeitrechner_2.0.git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Silva Meira (s)</dc:creator>
  <cp:lastModifiedBy>Mehmedali Abdiu (s)</cp:lastModifiedBy>
  <cp:revision>7</cp:revision>
  <dcterms:created xsi:type="dcterms:W3CDTF">2025-12-12T12:31:08Z</dcterms:created>
  <dcterms:modified xsi:type="dcterms:W3CDTF">2026-05-24T14:22:03Z</dcterms:modified>
</cp:coreProperties>
</file>