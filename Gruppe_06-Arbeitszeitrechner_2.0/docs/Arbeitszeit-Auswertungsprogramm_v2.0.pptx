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69" r:id="rId5"/>
    <p:sldId id="270" r:id="rId6"/>
    <p:sldId id="268" r:id="rId7"/>
    <p:sldId id="266" r:id="rId8"/>
    <p:sldId id="262" r:id="rId9"/>
    <p:sldId id="261" r:id="rId10"/>
    <p:sldId id="263" r:id="rId11"/>
    <p:sldId id="264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F6C8682-619D-47BC-9277-E2C86F729DBB}" v="27" dt="2026-05-24T14:02:28.9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013" autoAdjust="0"/>
  </p:normalViewPr>
  <p:slideViewPr>
    <p:cSldViewPr snapToGrid="0">
      <p:cViewPr varScale="1">
        <p:scale>
          <a:sx n="149" d="100"/>
          <a:sy n="149" d="100"/>
        </p:scale>
        <p:origin x="74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ehmedali Abdiu (s)" userId="6ba2def0-b9b1-4049-863c-8bfc2eb26721" providerId="ADAL" clId="{45502CF0-928D-44D5-8886-D139521CFA9E}"/>
    <pc:docChg chg="undo custSel modSld sldOrd">
      <pc:chgData name="Mehmedali Abdiu (s)" userId="6ba2def0-b9b1-4049-863c-8bfc2eb26721" providerId="ADAL" clId="{45502CF0-928D-44D5-8886-D139521CFA9E}" dt="2026-05-24T14:02:28.995" v="771" actId="113"/>
      <pc:docMkLst>
        <pc:docMk/>
      </pc:docMkLst>
      <pc:sldChg chg="addSp delSp modSp mod">
        <pc:chgData name="Mehmedali Abdiu (s)" userId="6ba2def0-b9b1-4049-863c-8bfc2eb26721" providerId="ADAL" clId="{45502CF0-928D-44D5-8886-D139521CFA9E}" dt="2026-05-24T13:37:21.103" v="53" actId="478"/>
        <pc:sldMkLst>
          <pc:docMk/>
          <pc:sldMk cId="2056703456" sldId="257"/>
        </pc:sldMkLst>
        <pc:spChg chg="add del">
          <ac:chgData name="Mehmedali Abdiu (s)" userId="6ba2def0-b9b1-4049-863c-8bfc2eb26721" providerId="ADAL" clId="{45502CF0-928D-44D5-8886-D139521CFA9E}" dt="2026-05-24T13:36:11.348" v="47" actId="478"/>
          <ac:spMkLst>
            <pc:docMk/>
            <pc:sldMk cId="2056703456" sldId="257"/>
            <ac:spMk id="10" creationId="{484647F6-0208-F146-3FFE-594F5EB33779}"/>
          </ac:spMkLst>
        </pc:spChg>
        <pc:spChg chg="add del mod">
          <ac:chgData name="Mehmedali Abdiu (s)" userId="6ba2def0-b9b1-4049-863c-8bfc2eb26721" providerId="ADAL" clId="{45502CF0-928D-44D5-8886-D139521CFA9E}" dt="2026-05-24T13:36:32.363" v="50" actId="478"/>
          <ac:spMkLst>
            <pc:docMk/>
            <pc:sldMk cId="2056703456" sldId="257"/>
            <ac:spMk id="11" creationId="{A9679276-96EA-742A-9F61-655C39BE922A}"/>
          </ac:spMkLst>
        </pc:spChg>
        <pc:spChg chg="add del mod">
          <ac:chgData name="Mehmedali Abdiu (s)" userId="6ba2def0-b9b1-4049-863c-8bfc2eb26721" providerId="ADAL" clId="{45502CF0-928D-44D5-8886-D139521CFA9E}" dt="2026-05-24T13:37:21.103" v="53" actId="478"/>
          <ac:spMkLst>
            <pc:docMk/>
            <pc:sldMk cId="2056703456" sldId="257"/>
            <ac:spMk id="12" creationId="{4342C234-5C78-6453-B49F-C8D081094E46}"/>
          </ac:spMkLst>
        </pc:spChg>
        <pc:graphicFrameChg chg="mod modGraphic">
          <ac:chgData name="Mehmedali Abdiu (s)" userId="6ba2def0-b9b1-4049-863c-8bfc2eb26721" providerId="ADAL" clId="{45502CF0-928D-44D5-8886-D139521CFA9E}" dt="2026-05-24T13:35:07.532" v="38" actId="20577"/>
          <ac:graphicFrameMkLst>
            <pc:docMk/>
            <pc:sldMk cId="2056703456" sldId="257"/>
            <ac:graphicFrameMk id="35" creationId="{109F365F-AD97-3E67-214E-6BF17617F5B6}"/>
          </ac:graphicFrameMkLst>
        </pc:graphicFrameChg>
        <pc:cxnChg chg="add del mod">
          <ac:chgData name="Mehmedali Abdiu (s)" userId="6ba2def0-b9b1-4049-863c-8bfc2eb26721" providerId="ADAL" clId="{45502CF0-928D-44D5-8886-D139521CFA9E}" dt="2026-05-24T13:35:46.395" v="43" actId="478"/>
          <ac:cxnSpMkLst>
            <pc:docMk/>
            <pc:sldMk cId="2056703456" sldId="257"/>
            <ac:cxnSpMk id="5" creationId="{DCF1E23A-153D-F98B-6A77-A0E37BF38315}"/>
          </ac:cxnSpMkLst>
        </pc:cxnChg>
        <pc:cxnChg chg="add del">
          <ac:chgData name="Mehmedali Abdiu (s)" userId="6ba2def0-b9b1-4049-863c-8bfc2eb26721" providerId="ADAL" clId="{45502CF0-928D-44D5-8886-D139521CFA9E}" dt="2026-05-24T13:35:56.722" v="45" actId="478"/>
          <ac:cxnSpMkLst>
            <pc:docMk/>
            <pc:sldMk cId="2056703456" sldId="257"/>
            <ac:cxnSpMk id="9" creationId="{7F0CFF5A-05C2-8432-600C-899A149ACA75}"/>
          </ac:cxnSpMkLst>
        </pc:cxnChg>
      </pc:sldChg>
      <pc:sldChg chg="modSp mod">
        <pc:chgData name="Mehmedali Abdiu (s)" userId="6ba2def0-b9b1-4049-863c-8bfc2eb26721" providerId="ADAL" clId="{45502CF0-928D-44D5-8886-D139521CFA9E}" dt="2026-05-24T13:52:38.119" v="628" actId="6549"/>
        <pc:sldMkLst>
          <pc:docMk/>
          <pc:sldMk cId="45203191" sldId="266"/>
        </pc:sldMkLst>
        <pc:spChg chg="mod">
          <ac:chgData name="Mehmedali Abdiu (s)" userId="6ba2def0-b9b1-4049-863c-8bfc2eb26721" providerId="ADAL" clId="{45502CF0-928D-44D5-8886-D139521CFA9E}" dt="2026-05-24T13:52:38.119" v="628" actId="6549"/>
          <ac:spMkLst>
            <pc:docMk/>
            <pc:sldMk cId="45203191" sldId="266"/>
            <ac:spMk id="3" creationId="{9836A20E-2603-50DB-DD91-CAF677BB645B}"/>
          </ac:spMkLst>
        </pc:spChg>
      </pc:sldChg>
      <pc:sldChg chg="modSp mod">
        <pc:chgData name="Mehmedali Abdiu (s)" userId="6ba2def0-b9b1-4049-863c-8bfc2eb26721" providerId="ADAL" clId="{45502CF0-928D-44D5-8886-D139521CFA9E}" dt="2026-05-24T14:02:28.995" v="771" actId="113"/>
        <pc:sldMkLst>
          <pc:docMk/>
          <pc:sldMk cId="1946369829" sldId="269"/>
        </pc:sldMkLst>
        <pc:graphicFrameChg chg="mod modGraphic">
          <ac:chgData name="Mehmedali Abdiu (s)" userId="6ba2def0-b9b1-4049-863c-8bfc2eb26721" providerId="ADAL" clId="{45502CF0-928D-44D5-8886-D139521CFA9E}" dt="2026-05-24T14:02:28.995" v="771" actId="113"/>
          <ac:graphicFrameMkLst>
            <pc:docMk/>
            <pc:sldMk cId="1946369829" sldId="269"/>
            <ac:graphicFrameMk id="5" creationId="{3DA450B1-9A6B-6F64-8C20-47E50DF2908A}"/>
          </ac:graphicFrameMkLst>
        </pc:graphicFrameChg>
      </pc:sldChg>
      <pc:sldChg chg="modSp mod ord">
        <pc:chgData name="Mehmedali Abdiu (s)" userId="6ba2def0-b9b1-4049-863c-8bfc2eb26721" providerId="ADAL" clId="{45502CF0-928D-44D5-8886-D139521CFA9E}" dt="2026-05-24T13:59:53.877" v="732" actId="20577"/>
        <pc:sldMkLst>
          <pc:docMk/>
          <pc:sldMk cId="1885958964" sldId="270"/>
        </pc:sldMkLst>
        <pc:spChg chg="mod">
          <ac:chgData name="Mehmedali Abdiu (s)" userId="6ba2def0-b9b1-4049-863c-8bfc2eb26721" providerId="ADAL" clId="{45502CF0-928D-44D5-8886-D139521CFA9E}" dt="2026-05-24T13:59:53.877" v="732" actId="20577"/>
          <ac:spMkLst>
            <pc:docMk/>
            <pc:sldMk cId="1885958964" sldId="270"/>
            <ac:spMk id="3" creationId="{72E90F41-17FD-54A8-AB15-7884C6F9A068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BD765FA-6B06-489F-97C3-896C1CE8C462}" type="doc">
      <dgm:prSet loTypeId="urn:microsoft.com/office/officeart/2005/8/layout/default" loCatId="list" qsTypeId="urn:microsoft.com/office/officeart/2005/8/quickstyle/simple1" qsCatId="simple" csTypeId="urn:microsoft.com/office/officeart/2005/8/colors/accent4_2" csCatId="accent4" phldr="1"/>
      <dgm:spPr/>
      <dgm:t>
        <a:bodyPr/>
        <a:lstStyle/>
        <a:p>
          <a:endParaRPr lang="en-US"/>
        </a:p>
      </dgm:t>
    </dgm:pt>
    <dgm:pt modelId="{7EEDAFAB-BE99-409B-8D3E-CA2422E95539}">
      <dgm:prSet/>
      <dgm:spPr/>
      <dgm:t>
        <a:bodyPr/>
        <a:lstStyle/>
        <a:p>
          <a:r>
            <a:rPr lang="de-CH"/>
            <a:t>Themawahl</a:t>
          </a:r>
          <a:endParaRPr lang="en-US"/>
        </a:p>
      </dgm:t>
    </dgm:pt>
    <dgm:pt modelId="{FFC9AA9C-A23E-47E6-BF94-B2BC3A4DC2BF}" type="parTrans" cxnId="{A85D8BA9-DBB4-466E-9956-ECCD6E42B847}">
      <dgm:prSet/>
      <dgm:spPr/>
      <dgm:t>
        <a:bodyPr/>
        <a:lstStyle/>
        <a:p>
          <a:endParaRPr lang="en-US"/>
        </a:p>
      </dgm:t>
    </dgm:pt>
    <dgm:pt modelId="{7E4293F0-03F3-4607-9E1A-80519F486F0E}" type="sibTrans" cxnId="{A85D8BA9-DBB4-466E-9956-ECCD6E42B847}">
      <dgm:prSet/>
      <dgm:spPr/>
      <dgm:t>
        <a:bodyPr/>
        <a:lstStyle/>
        <a:p>
          <a:endParaRPr lang="en-US"/>
        </a:p>
      </dgm:t>
    </dgm:pt>
    <dgm:pt modelId="{652733F6-F553-4651-B8B7-85BE25926639}">
      <dgm:prSet/>
      <dgm:spPr/>
      <dgm:t>
        <a:bodyPr/>
        <a:lstStyle/>
        <a:p>
          <a:r>
            <a:rPr lang="de-CH" dirty="0"/>
            <a:t>Problemstellung</a:t>
          </a:r>
          <a:endParaRPr lang="en-US" dirty="0"/>
        </a:p>
      </dgm:t>
    </dgm:pt>
    <dgm:pt modelId="{05D74C5F-3811-418D-86B2-4FED4440EC07}" type="parTrans" cxnId="{19B5B7C8-B70D-4A43-A38F-8AB9284CB227}">
      <dgm:prSet/>
      <dgm:spPr/>
      <dgm:t>
        <a:bodyPr/>
        <a:lstStyle/>
        <a:p>
          <a:endParaRPr lang="en-US"/>
        </a:p>
      </dgm:t>
    </dgm:pt>
    <dgm:pt modelId="{78A42631-FE92-45F0-8FA2-3E82EF6DBE8D}" type="sibTrans" cxnId="{19B5B7C8-B70D-4A43-A38F-8AB9284CB227}">
      <dgm:prSet/>
      <dgm:spPr/>
      <dgm:t>
        <a:bodyPr/>
        <a:lstStyle/>
        <a:p>
          <a:endParaRPr lang="en-US"/>
        </a:p>
      </dgm:t>
    </dgm:pt>
    <dgm:pt modelId="{FE986F11-28F9-47C2-948F-27AB9411BD89}">
      <dgm:prSet/>
      <dgm:spPr/>
      <dgm:t>
        <a:bodyPr/>
        <a:lstStyle/>
        <a:p>
          <a:r>
            <a:rPr lang="de-CH"/>
            <a:t>User Stories</a:t>
          </a:r>
          <a:endParaRPr lang="en-US"/>
        </a:p>
      </dgm:t>
    </dgm:pt>
    <dgm:pt modelId="{8BDF0417-95AB-4C18-AD04-25F629BD7E59}" type="parTrans" cxnId="{70562D9C-595B-40A2-A588-55E1D11E142C}">
      <dgm:prSet/>
      <dgm:spPr/>
      <dgm:t>
        <a:bodyPr/>
        <a:lstStyle/>
        <a:p>
          <a:endParaRPr lang="en-US"/>
        </a:p>
      </dgm:t>
    </dgm:pt>
    <dgm:pt modelId="{7F3F336E-C9B4-4668-9AE6-5A7412035F9A}" type="sibTrans" cxnId="{70562D9C-595B-40A2-A588-55E1D11E142C}">
      <dgm:prSet/>
      <dgm:spPr/>
      <dgm:t>
        <a:bodyPr/>
        <a:lstStyle/>
        <a:p>
          <a:endParaRPr lang="en-US"/>
        </a:p>
      </dgm:t>
    </dgm:pt>
    <dgm:pt modelId="{D143F386-90D7-4320-BD0B-E86B658C40F5}">
      <dgm:prSet/>
      <dgm:spPr/>
      <dgm:t>
        <a:bodyPr/>
        <a:lstStyle/>
        <a:p>
          <a:r>
            <a:rPr lang="de-CH"/>
            <a:t>Projektmanagement</a:t>
          </a:r>
          <a:endParaRPr lang="en-US"/>
        </a:p>
      </dgm:t>
    </dgm:pt>
    <dgm:pt modelId="{74A6EA17-0035-469E-AF57-A9966B27FB67}" type="parTrans" cxnId="{3B10EE41-F1B7-45DC-BE39-A369DE3D3A28}">
      <dgm:prSet/>
      <dgm:spPr/>
      <dgm:t>
        <a:bodyPr/>
        <a:lstStyle/>
        <a:p>
          <a:endParaRPr lang="en-US"/>
        </a:p>
      </dgm:t>
    </dgm:pt>
    <dgm:pt modelId="{2F810670-0223-436B-8748-425DB9CF47E7}" type="sibTrans" cxnId="{3B10EE41-F1B7-45DC-BE39-A369DE3D3A28}">
      <dgm:prSet/>
      <dgm:spPr/>
      <dgm:t>
        <a:bodyPr/>
        <a:lstStyle/>
        <a:p>
          <a:endParaRPr lang="en-US"/>
        </a:p>
      </dgm:t>
    </dgm:pt>
    <dgm:pt modelId="{7282C2DC-89F7-4F42-A2A3-E66D176B421D}">
      <dgm:prSet/>
      <dgm:spPr/>
      <dgm:t>
        <a:bodyPr/>
        <a:lstStyle/>
        <a:p>
          <a:r>
            <a:rPr lang="de-CH"/>
            <a:t>Live Demo</a:t>
          </a:r>
          <a:endParaRPr lang="en-US"/>
        </a:p>
      </dgm:t>
    </dgm:pt>
    <dgm:pt modelId="{2DA12C36-3E8C-4351-A915-CE22C905BEC7}" type="parTrans" cxnId="{DE550D56-FDB9-47F7-BF2A-12B6999EA2D3}">
      <dgm:prSet/>
      <dgm:spPr/>
      <dgm:t>
        <a:bodyPr/>
        <a:lstStyle/>
        <a:p>
          <a:endParaRPr lang="en-US"/>
        </a:p>
      </dgm:t>
    </dgm:pt>
    <dgm:pt modelId="{133F8C6D-ED35-49FD-836B-8BDBB94EFDC4}" type="sibTrans" cxnId="{DE550D56-FDB9-47F7-BF2A-12B6999EA2D3}">
      <dgm:prSet/>
      <dgm:spPr/>
      <dgm:t>
        <a:bodyPr/>
        <a:lstStyle/>
        <a:p>
          <a:endParaRPr lang="en-US"/>
        </a:p>
      </dgm:t>
    </dgm:pt>
    <dgm:pt modelId="{0F6B8B42-140F-4487-BAB2-42BBDF12E6DA}">
      <dgm:prSet/>
      <dgm:spPr/>
      <dgm:t>
        <a:bodyPr/>
        <a:lstStyle/>
        <a:p>
          <a:r>
            <a:rPr lang="de-CH"/>
            <a:t>Q &amp; A</a:t>
          </a:r>
          <a:endParaRPr lang="en-US"/>
        </a:p>
      </dgm:t>
    </dgm:pt>
    <dgm:pt modelId="{186E8BD8-DE49-4D86-A510-319DD1D89111}" type="parTrans" cxnId="{011D8D46-729A-48B0-B10B-287AB630CE22}">
      <dgm:prSet/>
      <dgm:spPr/>
      <dgm:t>
        <a:bodyPr/>
        <a:lstStyle/>
        <a:p>
          <a:endParaRPr lang="en-US"/>
        </a:p>
      </dgm:t>
    </dgm:pt>
    <dgm:pt modelId="{49D554B0-6984-42D3-8669-0292A49C43C7}" type="sibTrans" cxnId="{011D8D46-729A-48B0-B10B-287AB630CE22}">
      <dgm:prSet/>
      <dgm:spPr/>
      <dgm:t>
        <a:bodyPr/>
        <a:lstStyle/>
        <a:p>
          <a:endParaRPr lang="en-US"/>
        </a:p>
      </dgm:t>
    </dgm:pt>
    <dgm:pt modelId="{E0523289-4F96-4990-989E-3E3CD084FDF6}">
      <dgm:prSet/>
      <dgm:spPr/>
      <dgm:t>
        <a:bodyPr/>
        <a:lstStyle/>
        <a:p>
          <a:r>
            <a:rPr lang="de-CH" dirty="0"/>
            <a:t>Projektfunktionen</a:t>
          </a:r>
        </a:p>
      </dgm:t>
    </dgm:pt>
    <dgm:pt modelId="{A22BFD47-2CD5-4082-9D8A-231A55FB1F34}" type="parTrans" cxnId="{A92FCDDF-A2E5-48CF-8368-666335D681C2}">
      <dgm:prSet/>
      <dgm:spPr/>
    </dgm:pt>
    <dgm:pt modelId="{B872BB08-659B-4E84-8914-B8895038782E}" type="sibTrans" cxnId="{A92FCDDF-A2E5-48CF-8368-666335D681C2}">
      <dgm:prSet/>
      <dgm:spPr/>
    </dgm:pt>
    <dgm:pt modelId="{457F85D2-EDFF-4BDE-91B2-DA2427D1C265}" type="pres">
      <dgm:prSet presAssocID="{7BD765FA-6B06-489F-97C3-896C1CE8C462}" presName="diagram" presStyleCnt="0">
        <dgm:presLayoutVars>
          <dgm:dir/>
          <dgm:resizeHandles val="exact"/>
        </dgm:presLayoutVars>
      </dgm:prSet>
      <dgm:spPr/>
    </dgm:pt>
    <dgm:pt modelId="{2233BE96-97D6-43F4-85DD-DFD07FB814A4}" type="pres">
      <dgm:prSet presAssocID="{7EEDAFAB-BE99-409B-8D3E-CA2422E95539}" presName="node" presStyleLbl="node1" presStyleIdx="0" presStyleCnt="7">
        <dgm:presLayoutVars>
          <dgm:bulletEnabled val="1"/>
        </dgm:presLayoutVars>
      </dgm:prSet>
      <dgm:spPr/>
    </dgm:pt>
    <dgm:pt modelId="{7E24C072-C047-4E8E-BF5B-2CFCCD85D970}" type="pres">
      <dgm:prSet presAssocID="{7E4293F0-03F3-4607-9E1A-80519F486F0E}" presName="sibTrans" presStyleCnt="0"/>
      <dgm:spPr/>
    </dgm:pt>
    <dgm:pt modelId="{6D572393-517E-4177-A9C5-FFBD037EA216}" type="pres">
      <dgm:prSet presAssocID="{652733F6-F553-4651-B8B7-85BE25926639}" presName="node" presStyleLbl="node1" presStyleIdx="1" presStyleCnt="7">
        <dgm:presLayoutVars>
          <dgm:bulletEnabled val="1"/>
        </dgm:presLayoutVars>
      </dgm:prSet>
      <dgm:spPr/>
    </dgm:pt>
    <dgm:pt modelId="{B9F77489-2E57-4EB1-BBA9-D49818DC5700}" type="pres">
      <dgm:prSet presAssocID="{78A42631-FE92-45F0-8FA2-3E82EF6DBE8D}" presName="sibTrans" presStyleCnt="0"/>
      <dgm:spPr/>
    </dgm:pt>
    <dgm:pt modelId="{FBD6B95D-DBA3-471A-B11B-F98CB473DCD1}" type="pres">
      <dgm:prSet presAssocID="{FE986F11-28F9-47C2-948F-27AB9411BD89}" presName="node" presStyleLbl="node1" presStyleIdx="2" presStyleCnt="7">
        <dgm:presLayoutVars>
          <dgm:bulletEnabled val="1"/>
        </dgm:presLayoutVars>
      </dgm:prSet>
      <dgm:spPr/>
    </dgm:pt>
    <dgm:pt modelId="{705286B4-C31D-487F-9EE9-1CECAB48E174}" type="pres">
      <dgm:prSet presAssocID="{7F3F336E-C9B4-4668-9AE6-5A7412035F9A}" presName="sibTrans" presStyleCnt="0"/>
      <dgm:spPr/>
    </dgm:pt>
    <dgm:pt modelId="{87FAC60B-21E9-45DC-A9AC-D435EFF06634}" type="pres">
      <dgm:prSet presAssocID="{E0523289-4F96-4990-989E-3E3CD084FDF6}" presName="node" presStyleLbl="node1" presStyleIdx="3" presStyleCnt="7">
        <dgm:presLayoutVars>
          <dgm:bulletEnabled val="1"/>
        </dgm:presLayoutVars>
      </dgm:prSet>
      <dgm:spPr/>
    </dgm:pt>
    <dgm:pt modelId="{92FC43EB-E328-4CC4-979E-239341CE7C47}" type="pres">
      <dgm:prSet presAssocID="{B872BB08-659B-4E84-8914-B8895038782E}" presName="sibTrans" presStyleCnt="0"/>
      <dgm:spPr/>
    </dgm:pt>
    <dgm:pt modelId="{95853E69-3BCD-47FA-AFB2-55386A0A9990}" type="pres">
      <dgm:prSet presAssocID="{D143F386-90D7-4320-BD0B-E86B658C40F5}" presName="node" presStyleLbl="node1" presStyleIdx="4" presStyleCnt="7">
        <dgm:presLayoutVars>
          <dgm:bulletEnabled val="1"/>
        </dgm:presLayoutVars>
      </dgm:prSet>
      <dgm:spPr/>
    </dgm:pt>
    <dgm:pt modelId="{F1B19005-6606-41ED-9B12-4C2EE4A888F7}" type="pres">
      <dgm:prSet presAssocID="{2F810670-0223-436B-8748-425DB9CF47E7}" presName="sibTrans" presStyleCnt="0"/>
      <dgm:spPr/>
    </dgm:pt>
    <dgm:pt modelId="{27D863A9-3EB0-45D9-ACCD-DB51327C150F}" type="pres">
      <dgm:prSet presAssocID="{7282C2DC-89F7-4F42-A2A3-E66D176B421D}" presName="node" presStyleLbl="node1" presStyleIdx="5" presStyleCnt="7">
        <dgm:presLayoutVars>
          <dgm:bulletEnabled val="1"/>
        </dgm:presLayoutVars>
      </dgm:prSet>
      <dgm:spPr/>
    </dgm:pt>
    <dgm:pt modelId="{CD973CC1-AE62-4CE8-A321-087B81429F90}" type="pres">
      <dgm:prSet presAssocID="{133F8C6D-ED35-49FD-836B-8BDBB94EFDC4}" presName="sibTrans" presStyleCnt="0"/>
      <dgm:spPr/>
    </dgm:pt>
    <dgm:pt modelId="{5B02B8CC-9B65-471C-86F7-B2D185C39088}" type="pres">
      <dgm:prSet presAssocID="{0F6B8B42-140F-4487-BAB2-42BBDF12E6DA}" presName="node" presStyleLbl="node1" presStyleIdx="6" presStyleCnt="7">
        <dgm:presLayoutVars>
          <dgm:bulletEnabled val="1"/>
        </dgm:presLayoutVars>
      </dgm:prSet>
      <dgm:spPr/>
    </dgm:pt>
  </dgm:ptLst>
  <dgm:cxnLst>
    <dgm:cxn modelId="{1D4FDC2E-1FDA-469B-A623-83E1B6CF89AE}" type="presOf" srcId="{FE986F11-28F9-47C2-948F-27AB9411BD89}" destId="{FBD6B95D-DBA3-471A-B11B-F98CB473DCD1}" srcOrd="0" destOrd="0" presId="urn:microsoft.com/office/officeart/2005/8/layout/default"/>
    <dgm:cxn modelId="{A5C84639-2358-4B36-B205-0F7631F43751}" type="presOf" srcId="{0F6B8B42-140F-4487-BAB2-42BBDF12E6DA}" destId="{5B02B8CC-9B65-471C-86F7-B2D185C39088}" srcOrd="0" destOrd="0" presId="urn:microsoft.com/office/officeart/2005/8/layout/default"/>
    <dgm:cxn modelId="{900A853B-5EA8-41D2-ABEC-9AF083B841F3}" type="presOf" srcId="{E0523289-4F96-4990-989E-3E3CD084FDF6}" destId="{87FAC60B-21E9-45DC-A9AC-D435EFF06634}" srcOrd="0" destOrd="0" presId="urn:microsoft.com/office/officeart/2005/8/layout/default"/>
    <dgm:cxn modelId="{F18CB661-3FF4-49C7-B426-669D63B759B2}" type="presOf" srcId="{D143F386-90D7-4320-BD0B-E86B658C40F5}" destId="{95853E69-3BCD-47FA-AFB2-55386A0A9990}" srcOrd="0" destOrd="0" presId="urn:microsoft.com/office/officeart/2005/8/layout/default"/>
    <dgm:cxn modelId="{3B10EE41-F1B7-45DC-BE39-A369DE3D3A28}" srcId="{7BD765FA-6B06-489F-97C3-896C1CE8C462}" destId="{D143F386-90D7-4320-BD0B-E86B658C40F5}" srcOrd="4" destOrd="0" parTransId="{74A6EA17-0035-469E-AF57-A9966B27FB67}" sibTransId="{2F810670-0223-436B-8748-425DB9CF47E7}"/>
    <dgm:cxn modelId="{717F6043-8DFD-4394-84A8-433D050DB870}" type="presOf" srcId="{7BD765FA-6B06-489F-97C3-896C1CE8C462}" destId="{457F85D2-EDFF-4BDE-91B2-DA2427D1C265}" srcOrd="0" destOrd="0" presId="urn:microsoft.com/office/officeart/2005/8/layout/default"/>
    <dgm:cxn modelId="{011D8D46-729A-48B0-B10B-287AB630CE22}" srcId="{7BD765FA-6B06-489F-97C3-896C1CE8C462}" destId="{0F6B8B42-140F-4487-BAB2-42BBDF12E6DA}" srcOrd="6" destOrd="0" parTransId="{186E8BD8-DE49-4D86-A510-319DD1D89111}" sibTransId="{49D554B0-6984-42D3-8669-0292A49C43C7}"/>
    <dgm:cxn modelId="{DE550D56-FDB9-47F7-BF2A-12B6999EA2D3}" srcId="{7BD765FA-6B06-489F-97C3-896C1CE8C462}" destId="{7282C2DC-89F7-4F42-A2A3-E66D176B421D}" srcOrd="5" destOrd="0" parTransId="{2DA12C36-3E8C-4351-A915-CE22C905BEC7}" sibTransId="{133F8C6D-ED35-49FD-836B-8BDBB94EFDC4}"/>
    <dgm:cxn modelId="{24A2958E-3AD3-4CD8-B83B-C162FE956922}" type="presOf" srcId="{7282C2DC-89F7-4F42-A2A3-E66D176B421D}" destId="{27D863A9-3EB0-45D9-ACCD-DB51327C150F}" srcOrd="0" destOrd="0" presId="urn:microsoft.com/office/officeart/2005/8/layout/default"/>
    <dgm:cxn modelId="{70562D9C-595B-40A2-A588-55E1D11E142C}" srcId="{7BD765FA-6B06-489F-97C3-896C1CE8C462}" destId="{FE986F11-28F9-47C2-948F-27AB9411BD89}" srcOrd="2" destOrd="0" parTransId="{8BDF0417-95AB-4C18-AD04-25F629BD7E59}" sibTransId="{7F3F336E-C9B4-4668-9AE6-5A7412035F9A}"/>
    <dgm:cxn modelId="{A85D8BA9-DBB4-466E-9956-ECCD6E42B847}" srcId="{7BD765FA-6B06-489F-97C3-896C1CE8C462}" destId="{7EEDAFAB-BE99-409B-8D3E-CA2422E95539}" srcOrd="0" destOrd="0" parTransId="{FFC9AA9C-A23E-47E6-BF94-B2BC3A4DC2BF}" sibTransId="{7E4293F0-03F3-4607-9E1A-80519F486F0E}"/>
    <dgm:cxn modelId="{C847BDB6-7008-494F-A5A6-D6B7EE296B6A}" type="presOf" srcId="{7EEDAFAB-BE99-409B-8D3E-CA2422E95539}" destId="{2233BE96-97D6-43F4-85DD-DFD07FB814A4}" srcOrd="0" destOrd="0" presId="urn:microsoft.com/office/officeart/2005/8/layout/default"/>
    <dgm:cxn modelId="{19B5B7C8-B70D-4A43-A38F-8AB9284CB227}" srcId="{7BD765FA-6B06-489F-97C3-896C1CE8C462}" destId="{652733F6-F553-4651-B8B7-85BE25926639}" srcOrd="1" destOrd="0" parTransId="{05D74C5F-3811-418D-86B2-4FED4440EC07}" sibTransId="{78A42631-FE92-45F0-8FA2-3E82EF6DBE8D}"/>
    <dgm:cxn modelId="{A92FCDDF-A2E5-48CF-8368-666335D681C2}" srcId="{7BD765FA-6B06-489F-97C3-896C1CE8C462}" destId="{E0523289-4F96-4990-989E-3E3CD084FDF6}" srcOrd="3" destOrd="0" parTransId="{A22BFD47-2CD5-4082-9D8A-231A55FB1F34}" sibTransId="{B872BB08-659B-4E84-8914-B8895038782E}"/>
    <dgm:cxn modelId="{ED23BEF6-2729-45C3-9214-CAD7A01CE3EA}" type="presOf" srcId="{652733F6-F553-4651-B8B7-85BE25926639}" destId="{6D572393-517E-4177-A9C5-FFBD037EA216}" srcOrd="0" destOrd="0" presId="urn:microsoft.com/office/officeart/2005/8/layout/default"/>
    <dgm:cxn modelId="{2962F909-AA78-46E5-AD7D-88BCD304BAB8}" type="presParOf" srcId="{457F85D2-EDFF-4BDE-91B2-DA2427D1C265}" destId="{2233BE96-97D6-43F4-85DD-DFD07FB814A4}" srcOrd="0" destOrd="0" presId="urn:microsoft.com/office/officeart/2005/8/layout/default"/>
    <dgm:cxn modelId="{308376AF-E25E-4B50-8045-0F7B95718C47}" type="presParOf" srcId="{457F85D2-EDFF-4BDE-91B2-DA2427D1C265}" destId="{7E24C072-C047-4E8E-BF5B-2CFCCD85D970}" srcOrd="1" destOrd="0" presId="urn:microsoft.com/office/officeart/2005/8/layout/default"/>
    <dgm:cxn modelId="{F87D77BE-FBFA-47DB-9681-0DE57931174E}" type="presParOf" srcId="{457F85D2-EDFF-4BDE-91B2-DA2427D1C265}" destId="{6D572393-517E-4177-A9C5-FFBD037EA216}" srcOrd="2" destOrd="0" presId="urn:microsoft.com/office/officeart/2005/8/layout/default"/>
    <dgm:cxn modelId="{151A9D06-E27E-4EED-B899-51D37B7B396D}" type="presParOf" srcId="{457F85D2-EDFF-4BDE-91B2-DA2427D1C265}" destId="{B9F77489-2E57-4EB1-BBA9-D49818DC5700}" srcOrd="3" destOrd="0" presId="urn:microsoft.com/office/officeart/2005/8/layout/default"/>
    <dgm:cxn modelId="{DEB73C41-8321-4CAF-B21A-8853CF3A069D}" type="presParOf" srcId="{457F85D2-EDFF-4BDE-91B2-DA2427D1C265}" destId="{FBD6B95D-DBA3-471A-B11B-F98CB473DCD1}" srcOrd="4" destOrd="0" presId="urn:microsoft.com/office/officeart/2005/8/layout/default"/>
    <dgm:cxn modelId="{636E2959-4B19-4C5B-BF22-D91694ED4D72}" type="presParOf" srcId="{457F85D2-EDFF-4BDE-91B2-DA2427D1C265}" destId="{705286B4-C31D-487F-9EE9-1CECAB48E174}" srcOrd="5" destOrd="0" presId="urn:microsoft.com/office/officeart/2005/8/layout/default"/>
    <dgm:cxn modelId="{A4B627F8-052F-43EF-AD1C-F6DCF4761EE6}" type="presParOf" srcId="{457F85D2-EDFF-4BDE-91B2-DA2427D1C265}" destId="{87FAC60B-21E9-45DC-A9AC-D435EFF06634}" srcOrd="6" destOrd="0" presId="urn:microsoft.com/office/officeart/2005/8/layout/default"/>
    <dgm:cxn modelId="{1494E71F-BF67-48C6-99A8-4EDD669B8308}" type="presParOf" srcId="{457F85D2-EDFF-4BDE-91B2-DA2427D1C265}" destId="{92FC43EB-E328-4CC4-979E-239341CE7C47}" srcOrd="7" destOrd="0" presId="urn:microsoft.com/office/officeart/2005/8/layout/default"/>
    <dgm:cxn modelId="{57DE9A4C-9CBB-4121-BFF8-F42C45646EA7}" type="presParOf" srcId="{457F85D2-EDFF-4BDE-91B2-DA2427D1C265}" destId="{95853E69-3BCD-47FA-AFB2-55386A0A9990}" srcOrd="8" destOrd="0" presId="urn:microsoft.com/office/officeart/2005/8/layout/default"/>
    <dgm:cxn modelId="{0FD4224B-D940-4C1A-9D04-F26FF12DC092}" type="presParOf" srcId="{457F85D2-EDFF-4BDE-91B2-DA2427D1C265}" destId="{F1B19005-6606-41ED-9B12-4C2EE4A888F7}" srcOrd="9" destOrd="0" presId="urn:microsoft.com/office/officeart/2005/8/layout/default"/>
    <dgm:cxn modelId="{C47859C5-375F-4652-BCD2-AE73EBAC5C5F}" type="presParOf" srcId="{457F85D2-EDFF-4BDE-91B2-DA2427D1C265}" destId="{27D863A9-3EB0-45D9-ACCD-DB51327C150F}" srcOrd="10" destOrd="0" presId="urn:microsoft.com/office/officeart/2005/8/layout/default"/>
    <dgm:cxn modelId="{BC3D258F-B943-476F-94D3-66B93B782125}" type="presParOf" srcId="{457F85D2-EDFF-4BDE-91B2-DA2427D1C265}" destId="{CD973CC1-AE62-4CE8-A321-087B81429F90}" srcOrd="11" destOrd="0" presId="urn:microsoft.com/office/officeart/2005/8/layout/default"/>
    <dgm:cxn modelId="{E61B6879-70D0-4517-A5C9-8A571D7237A2}" type="presParOf" srcId="{457F85D2-EDFF-4BDE-91B2-DA2427D1C265}" destId="{5B02B8CC-9B65-471C-86F7-B2D185C39088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661C393-6B4A-44E7-A72C-1B9496B92FCA}" type="doc">
      <dgm:prSet loTypeId="urn:microsoft.com/office/officeart/2008/layout/Lin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5329B13-7341-4093-B24E-BCF122348DD2}">
      <dgm:prSet/>
      <dgm:spPr/>
      <dgm:t>
        <a:bodyPr/>
        <a:lstStyle/>
        <a:p>
          <a:r>
            <a:rPr lang="de-DE" dirty="0"/>
            <a:t>Früher:
Mitarbeitende trugen ihre gestempelten Zeiten in eine Datei ein.
Der Vorgesetzte musste diese Daten manuell kontrollieren und berechnen.</a:t>
          </a:r>
          <a:endParaRPr lang="en-US" dirty="0"/>
        </a:p>
      </dgm:t>
    </dgm:pt>
    <dgm:pt modelId="{F6AE32E9-3D57-42DB-92C3-8961F56EF8E7}" type="parTrans" cxnId="{86B01A93-9C0C-45F4-808E-5FB99C0EC1E0}">
      <dgm:prSet/>
      <dgm:spPr/>
      <dgm:t>
        <a:bodyPr/>
        <a:lstStyle/>
        <a:p>
          <a:endParaRPr lang="en-US"/>
        </a:p>
      </dgm:t>
    </dgm:pt>
    <dgm:pt modelId="{648E5623-8BA6-45A1-912D-D82060CB970C}" type="sibTrans" cxnId="{86B01A93-9C0C-45F4-808E-5FB99C0EC1E0}">
      <dgm:prSet/>
      <dgm:spPr/>
      <dgm:t>
        <a:bodyPr/>
        <a:lstStyle/>
        <a:p>
          <a:endParaRPr lang="en-US"/>
        </a:p>
      </dgm:t>
    </dgm:pt>
    <dgm:pt modelId="{525A1FBE-FE68-4D3C-9A0B-1CDA14BB8BF3}">
      <dgm:prSet/>
      <dgm:spPr/>
      <dgm:t>
        <a:bodyPr/>
        <a:lstStyle/>
        <a:p>
          <a:r>
            <a:rPr lang="de-DE" dirty="0"/>
            <a:t>Arbeitszeitrechner 1.0:
Die Datei konnte eingelesen werden und erzeugte automatisch eine Übersicht.
Trotzdem blieben Datenpflege, Kontrolle und Auswertung weiterhin manuell geprägt.</a:t>
          </a:r>
          <a:endParaRPr lang="en-US" dirty="0"/>
        </a:p>
      </dgm:t>
    </dgm:pt>
    <dgm:pt modelId="{36B97CEF-93F2-4DB1-9072-245E1B32277E}" type="parTrans" cxnId="{9C49DE18-8EF1-41E6-8A43-9AFBE0E6B46D}">
      <dgm:prSet/>
      <dgm:spPr/>
      <dgm:t>
        <a:bodyPr/>
        <a:lstStyle/>
        <a:p>
          <a:endParaRPr lang="en-US"/>
        </a:p>
      </dgm:t>
    </dgm:pt>
    <dgm:pt modelId="{64824FFB-E4F1-4126-A9E1-1D8C9A1EF4BF}" type="sibTrans" cxnId="{9C49DE18-8EF1-41E6-8A43-9AFBE0E6B46D}">
      <dgm:prSet/>
      <dgm:spPr/>
      <dgm:t>
        <a:bodyPr/>
        <a:lstStyle/>
        <a:p>
          <a:endParaRPr lang="en-US"/>
        </a:p>
      </dgm:t>
    </dgm:pt>
    <dgm:pt modelId="{72B8AEDD-E887-4E32-9D00-989681F7DA59}">
      <dgm:prSet/>
      <dgm:spPr/>
      <dgm:t>
        <a:bodyPr/>
        <a:lstStyle/>
        <a:p>
          <a:r>
            <a:rPr lang="de-DE" b="1" dirty="0"/>
            <a:t>Arbeitszeitrechner 2.0:</a:t>
          </a:r>
          <a:r>
            <a:rPr lang="de-DE" dirty="0"/>
            <a:t>
Das Unternehmen befindet sich in einem technischen Wandel.
Deshalb soll die Zeiterfassung digitaler, übersichtlicher und benutzerfreundlicher werden.</a:t>
          </a:r>
          <a:endParaRPr lang="en-US" dirty="0"/>
        </a:p>
      </dgm:t>
    </dgm:pt>
    <dgm:pt modelId="{501864A9-B480-4BA1-B0F1-1465D73D9F5C}" type="parTrans" cxnId="{57A86D81-9A41-4D95-966A-1BF3B51BF2D6}">
      <dgm:prSet/>
      <dgm:spPr/>
      <dgm:t>
        <a:bodyPr/>
        <a:lstStyle/>
        <a:p>
          <a:endParaRPr lang="en-US"/>
        </a:p>
      </dgm:t>
    </dgm:pt>
    <dgm:pt modelId="{F0927D22-8E83-45B6-A57D-F522CAE8B426}" type="sibTrans" cxnId="{57A86D81-9A41-4D95-966A-1BF3B51BF2D6}">
      <dgm:prSet/>
      <dgm:spPr/>
      <dgm:t>
        <a:bodyPr/>
        <a:lstStyle/>
        <a:p>
          <a:endParaRPr lang="en-US"/>
        </a:p>
      </dgm:t>
    </dgm:pt>
    <dgm:pt modelId="{995E8F75-6580-4B73-927D-F9B1CF9574F4}" type="pres">
      <dgm:prSet presAssocID="{F661C393-6B4A-44E7-A72C-1B9496B92FCA}" presName="vert0" presStyleCnt="0">
        <dgm:presLayoutVars>
          <dgm:dir/>
          <dgm:animOne val="branch"/>
          <dgm:animLvl val="lvl"/>
        </dgm:presLayoutVars>
      </dgm:prSet>
      <dgm:spPr/>
    </dgm:pt>
    <dgm:pt modelId="{7F3BAA08-1B69-4C62-BAE7-2EA57CFB6F65}" type="pres">
      <dgm:prSet presAssocID="{A5329B13-7341-4093-B24E-BCF122348DD2}" presName="thickLine" presStyleLbl="alignNode1" presStyleIdx="0" presStyleCnt="3"/>
      <dgm:spPr/>
    </dgm:pt>
    <dgm:pt modelId="{CC9A1D73-41A4-413A-A8E1-18BAC8DA5C25}" type="pres">
      <dgm:prSet presAssocID="{A5329B13-7341-4093-B24E-BCF122348DD2}" presName="horz1" presStyleCnt="0"/>
      <dgm:spPr/>
    </dgm:pt>
    <dgm:pt modelId="{93DDF46C-1011-4045-8B2C-F267BA4BEC17}" type="pres">
      <dgm:prSet presAssocID="{A5329B13-7341-4093-B24E-BCF122348DD2}" presName="tx1" presStyleLbl="revTx" presStyleIdx="0" presStyleCnt="3"/>
      <dgm:spPr/>
    </dgm:pt>
    <dgm:pt modelId="{65288636-A6C6-42C3-A2B0-BADF875C2A6B}" type="pres">
      <dgm:prSet presAssocID="{A5329B13-7341-4093-B24E-BCF122348DD2}" presName="vert1" presStyleCnt="0"/>
      <dgm:spPr/>
    </dgm:pt>
    <dgm:pt modelId="{299DDDD3-A0FD-403F-80E8-425C37CCBABE}" type="pres">
      <dgm:prSet presAssocID="{525A1FBE-FE68-4D3C-9A0B-1CDA14BB8BF3}" presName="thickLine" presStyleLbl="alignNode1" presStyleIdx="1" presStyleCnt="3"/>
      <dgm:spPr/>
    </dgm:pt>
    <dgm:pt modelId="{8A6982B1-B738-4222-BF41-B32196057B02}" type="pres">
      <dgm:prSet presAssocID="{525A1FBE-FE68-4D3C-9A0B-1CDA14BB8BF3}" presName="horz1" presStyleCnt="0"/>
      <dgm:spPr/>
    </dgm:pt>
    <dgm:pt modelId="{54065E0B-1247-4660-B901-9FF7F3F061E3}" type="pres">
      <dgm:prSet presAssocID="{525A1FBE-FE68-4D3C-9A0B-1CDA14BB8BF3}" presName="tx1" presStyleLbl="revTx" presStyleIdx="1" presStyleCnt="3"/>
      <dgm:spPr/>
    </dgm:pt>
    <dgm:pt modelId="{15204C5E-FB6D-4349-89F5-575A1B60DF34}" type="pres">
      <dgm:prSet presAssocID="{525A1FBE-FE68-4D3C-9A0B-1CDA14BB8BF3}" presName="vert1" presStyleCnt="0"/>
      <dgm:spPr/>
    </dgm:pt>
    <dgm:pt modelId="{2033D11D-1B23-43E0-96C2-28423BD79D58}" type="pres">
      <dgm:prSet presAssocID="{72B8AEDD-E887-4E32-9D00-989681F7DA59}" presName="thickLine" presStyleLbl="alignNode1" presStyleIdx="2" presStyleCnt="3"/>
      <dgm:spPr/>
    </dgm:pt>
    <dgm:pt modelId="{4254D9B3-5762-47AD-8EC2-DE90AFAE354C}" type="pres">
      <dgm:prSet presAssocID="{72B8AEDD-E887-4E32-9D00-989681F7DA59}" presName="horz1" presStyleCnt="0"/>
      <dgm:spPr/>
    </dgm:pt>
    <dgm:pt modelId="{EE461555-9D00-4398-9588-97116ED470EC}" type="pres">
      <dgm:prSet presAssocID="{72B8AEDD-E887-4E32-9D00-989681F7DA59}" presName="tx1" presStyleLbl="revTx" presStyleIdx="2" presStyleCnt="3"/>
      <dgm:spPr/>
    </dgm:pt>
    <dgm:pt modelId="{C4CA99F7-0AF6-486D-889B-DBE26FAE086B}" type="pres">
      <dgm:prSet presAssocID="{72B8AEDD-E887-4E32-9D00-989681F7DA59}" presName="vert1" presStyleCnt="0"/>
      <dgm:spPr/>
    </dgm:pt>
  </dgm:ptLst>
  <dgm:cxnLst>
    <dgm:cxn modelId="{9C49DE18-8EF1-41E6-8A43-9AFBE0E6B46D}" srcId="{F661C393-6B4A-44E7-A72C-1B9496B92FCA}" destId="{525A1FBE-FE68-4D3C-9A0B-1CDA14BB8BF3}" srcOrd="1" destOrd="0" parTransId="{36B97CEF-93F2-4DB1-9072-245E1B32277E}" sibTransId="{64824FFB-E4F1-4126-A9E1-1D8C9A1EF4BF}"/>
    <dgm:cxn modelId="{57A86D81-9A41-4D95-966A-1BF3B51BF2D6}" srcId="{F661C393-6B4A-44E7-A72C-1B9496B92FCA}" destId="{72B8AEDD-E887-4E32-9D00-989681F7DA59}" srcOrd="2" destOrd="0" parTransId="{501864A9-B480-4BA1-B0F1-1465D73D9F5C}" sibTransId="{F0927D22-8E83-45B6-A57D-F522CAE8B426}"/>
    <dgm:cxn modelId="{86B01A93-9C0C-45F4-808E-5FB99C0EC1E0}" srcId="{F661C393-6B4A-44E7-A72C-1B9496B92FCA}" destId="{A5329B13-7341-4093-B24E-BCF122348DD2}" srcOrd="0" destOrd="0" parTransId="{F6AE32E9-3D57-42DB-92C3-8961F56EF8E7}" sibTransId="{648E5623-8BA6-45A1-912D-D82060CB970C}"/>
    <dgm:cxn modelId="{4457529D-F101-4690-9706-DF09B95977CF}" type="presOf" srcId="{72B8AEDD-E887-4E32-9D00-989681F7DA59}" destId="{EE461555-9D00-4398-9588-97116ED470EC}" srcOrd="0" destOrd="0" presId="urn:microsoft.com/office/officeart/2008/layout/LinedList"/>
    <dgm:cxn modelId="{84F1039E-0E43-4D14-8FFA-BB0D7BB393D2}" type="presOf" srcId="{A5329B13-7341-4093-B24E-BCF122348DD2}" destId="{93DDF46C-1011-4045-8B2C-F267BA4BEC17}" srcOrd="0" destOrd="0" presId="urn:microsoft.com/office/officeart/2008/layout/LinedList"/>
    <dgm:cxn modelId="{D669C5C7-5A05-4280-856B-0949B4C2CBA5}" type="presOf" srcId="{525A1FBE-FE68-4D3C-9A0B-1CDA14BB8BF3}" destId="{54065E0B-1247-4660-B901-9FF7F3F061E3}" srcOrd="0" destOrd="0" presId="urn:microsoft.com/office/officeart/2008/layout/LinedList"/>
    <dgm:cxn modelId="{EB65F5FC-6FDE-4AF7-9362-2DFE329C2E8D}" type="presOf" srcId="{F661C393-6B4A-44E7-A72C-1B9496B92FCA}" destId="{995E8F75-6580-4B73-927D-F9B1CF9574F4}" srcOrd="0" destOrd="0" presId="urn:microsoft.com/office/officeart/2008/layout/LinedList"/>
    <dgm:cxn modelId="{DE4A4AA6-94EE-456B-9E5F-FC349715D4CC}" type="presParOf" srcId="{995E8F75-6580-4B73-927D-F9B1CF9574F4}" destId="{7F3BAA08-1B69-4C62-BAE7-2EA57CFB6F65}" srcOrd="0" destOrd="0" presId="urn:microsoft.com/office/officeart/2008/layout/LinedList"/>
    <dgm:cxn modelId="{78578DCD-3B8E-49B8-B16D-0D871D09076B}" type="presParOf" srcId="{995E8F75-6580-4B73-927D-F9B1CF9574F4}" destId="{CC9A1D73-41A4-413A-A8E1-18BAC8DA5C25}" srcOrd="1" destOrd="0" presId="urn:microsoft.com/office/officeart/2008/layout/LinedList"/>
    <dgm:cxn modelId="{0ECCB898-F7FE-42FE-A85B-F7C3A885F776}" type="presParOf" srcId="{CC9A1D73-41A4-413A-A8E1-18BAC8DA5C25}" destId="{93DDF46C-1011-4045-8B2C-F267BA4BEC17}" srcOrd="0" destOrd="0" presId="urn:microsoft.com/office/officeart/2008/layout/LinedList"/>
    <dgm:cxn modelId="{A24B198B-B67E-465C-B6D5-B489417E9964}" type="presParOf" srcId="{CC9A1D73-41A4-413A-A8E1-18BAC8DA5C25}" destId="{65288636-A6C6-42C3-A2B0-BADF875C2A6B}" srcOrd="1" destOrd="0" presId="urn:microsoft.com/office/officeart/2008/layout/LinedList"/>
    <dgm:cxn modelId="{7951BC30-36C0-426A-8786-9DC40963ADD9}" type="presParOf" srcId="{995E8F75-6580-4B73-927D-F9B1CF9574F4}" destId="{299DDDD3-A0FD-403F-80E8-425C37CCBABE}" srcOrd="2" destOrd="0" presId="urn:microsoft.com/office/officeart/2008/layout/LinedList"/>
    <dgm:cxn modelId="{0D87673B-99EB-4C35-9F77-BAA2099288BC}" type="presParOf" srcId="{995E8F75-6580-4B73-927D-F9B1CF9574F4}" destId="{8A6982B1-B738-4222-BF41-B32196057B02}" srcOrd="3" destOrd="0" presId="urn:microsoft.com/office/officeart/2008/layout/LinedList"/>
    <dgm:cxn modelId="{84107561-97AB-4DC2-A9E3-17B8610819E1}" type="presParOf" srcId="{8A6982B1-B738-4222-BF41-B32196057B02}" destId="{54065E0B-1247-4660-B901-9FF7F3F061E3}" srcOrd="0" destOrd="0" presId="urn:microsoft.com/office/officeart/2008/layout/LinedList"/>
    <dgm:cxn modelId="{ADA8390D-39E8-47A2-90DC-44A16ED33338}" type="presParOf" srcId="{8A6982B1-B738-4222-BF41-B32196057B02}" destId="{15204C5E-FB6D-4349-89F5-575A1B60DF34}" srcOrd="1" destOrd="0" presId="urn:microsoft.com/office/officeart/2008/layout/LinedList"/>
    <dgm:cxn modelId="{23AD0069-2DD7-4EC9-8934-93B62CF53385}" type="presParOf" srcId="{995E8F75-6580-4B73-927D-F9B1CF9574F4}" destId="{2033D11D-1B23-43E0-96C2-28423BD79D58}" srcOrd="4" destOrd="0" presId="urn:microsoft.com/office/officeart/2008/layout/LinedList"/>
    <dgm:cxn modelId="{D0B2F211-AA3D-4154-A69B-64C009EF0FB1}" type="presParOf" srcId="{995E8F75-6580-4B73-927D-F9B1CF9574F4}" destId="{4254D9B3-5762-47AD-8EC2-DE90AFAE354C}" srcOrd="5" destOrd="0" presId="urn:microsoft.com/office/officeart/2008/layout/LinedList"/>
    <dgm:cxn modelId="{EDBC3FB4-CC7E-432D-AC10-E372ABC89849}" type="presParOf" srcId="{4254D9B3-5762-47AD-8EC2-DE90AFAE354C}" destId="{EE461555-9D00-4398-9588-97116ED470EC}" srcOrd="0" destOrd="0" presId="urn:microsoft.com/office/officeart/2008/layout/LinedList"/>
    <dgm:cxn modelId="{337F7437-BEA3-4E48-9637-8FAD9C9C8EE1}" type="presParOf" srcId="{4254D9B3-5762-47AD-8EC2-DE90AFAE354C}" destId="{C4CA99F7-0AF6-486D-889B-DBE26FAE086B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0EE93A4-D545-43CF-BD4F-FA517348AA51}" type="doc">
      <dgm:prSet loTypeId="urn:microsoft.com/office/officeart/2016/7/layout/BasicLinearProcessNumbered" loCatId="process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US"/>
        </a:p>
      </dgm:t>
    </dgm:pt>
    <dgm:pt modelId="{45666D26-517F-4874-9496-17CF0A86B075}">
      <dgm:prSet/>
      <dgm:spPr/>
      <dgm:t>
        <a:bodyPr/>
        <a:lstStyle/>
        <a:p>
          <a:r>
            <a:rPr lang="de-CH" dirty="0"/>
            <a:t>Arbeitsteilung nach MVC-Pattern</a:t>
          </a:r>
          <a:endParaRPr lang="en-US" dirty="0"/>
        </a:p>
      </dgm:t>
    </dgm:pt>
    <dgm:pt modelId="{14A88E4A-433A-48C9-80AF-8D6E6771C99A}" type="parTrans" cxnId="{ECDE71F3-CE76-40D5-8BE0-1D8318B8B8FA}">
      <dgm:prSet/>
      <dgm:spPr/>
      <dgm:t>
        <a:bodyPr/>
        <a:lstStyle/>
        <a:p>
          <a:endParaRPr lang="en-US"/>
        </a:p>
      </dgm:t>
    </dgm:pt>
    <dgm:pt modelId="{2EF16552-3F06-4504-A476-D0FA7CCC0B4C}" type="sibTrans" cxnId="{ECDE71F3-CE76-40D5-8BE0-1D8318B8B8FA}">
      <dgm:prSet phldrT="1"/>
      <dgm:spPr/>
      <dgm:t>
        <a:bodyPr/>
        <a:lstStyle/>
        <a:p>
          <a:r>
            <a:rPr lang="en-US"/>
            <a:t>1</a:t>
          </a:r>
        </a:p>
      </dgm:t>
    </dgm:pt>
    <dgm:pt modelId="{C0F4926D-2B4A-4A84-8CE5-AC611840BE33}">
      <dgm:prSet/>
      <dgm:spPr/>
      <dgm:t>
        <a:bodyPr/>
        <a:lstStyle/>
        <a:p>
          <a:r>
            <a:rPr lang="de-CH" dirty="0"/>
            <a:t>Highlights - Bugs / </a:t>
          </a:r>
          <a:r>
            <a:rPr lang="de-CH" dirty="0" err="1"/>
            <a:t>Issues</a:t>
          </a:r>
          <a:r>
            <a:rPr lang="de-CH" dirty="0"/>
            <a:t> bei Projektführung</a:t>
          </a:r>
          <a:endParaRPr lang="en-US" dirty="0"/>
        </a:p>
      </dgm:t>
    </dgm:pt>
    <dgm:pt modelId="{65E1006D-0050-46CB-ADD2-D18BCFDB6FE7}" type="parTrans" cxnId="{79A64CE6-7351-4D88-9DDE-FB2F4B0687D5}">
      <dgm:prSet/>
      <dgm:spPr/>
      <dgm:t>
        <a:bodyPr/>
        <a:lstStyle/>
        <a:p>
          <a:endParaRPr lang="en-US"/>
        </a:p>
      </dgm:t>
    </dgm:pt>
    <dgm:pt modelId="{F0289AA7-BBE2-416C-87D5-E7C5186739E4}" type="sibTrans" cxnId="{79A64CE6-7351-4D88-9DDE-FB2F4B0687D5}">
      <dgm:prSet phldrT="2"/>
      <dgm:spPr/>
      <dgm:t>
        <a:bodyPr/>
        <a:lstStyle/>
        <a:p>
          <a:r>
            <a:rPr lang="en-US"/>
            <a:t>2</a:t>
          </a:r>
        </a:p>
      </dgm:t>
    </dgm:pt>
    <dgm:pt modelId="{E1647A64-E87C-4ACA-9029-C2EC6AE93A47}">
      <dgm:prSet/>
      <dgm:spPr/>
      <dgm:t>
        <a:bodyPr/>
        <a:lstStyle/>
        <a:p>
          <a:r>
            <a:rPr lang="en-US" dirty="0" err="1"/>
            <a:t>Verwendung</a:t>
          </a:r>
          <a:r>
            <a:rPr lang="en-US" dirty="0"/>
            <a:t> von Agents</a:t>
          </a:r>
        </a:p>
      </dgm:t>
    </dgm:pt>
    <dgm:pt modelId="{9B4A5A94-F20E-4840-8F5B-A783A4C1682C}" type="parTrans" cxnId="{6C5CD9EE-51BD-4582-8107-858A816ADFCA}">
      <dgm:prSet/>
      <dgm:spPr/>
      <dgm:t>
        <a:bodyPr/>
        <a:lstStyle/>
        <a:p>
          <a:endParaRPr lang="en-US"/>
        </a:p>
      </dgm:t>
    </dgm:pt>
    <dgm:pt modelId="{854171E0-567B-45E5-ABD4-848A164E655A}" type="sibTrans" cxnId="{6C5CD9EE-51BD-4582-8107-858A816ADFCA}">
      <dgm:prSet phldrT="3"/>
      <dgm:spPr/>
      <dgm:t>
        <a:bodyPr/>
        <a:lstStyle/>
        <a:p>
          <a:r>
            <a:rPr lang="en-US"/>
            <a:t>3</a:t>
          </a:r>
        </a:p>
      </dgm:t>
    </dgm:pt>
    <dgm:pt modelId="{22F4926C-24D1-48EC-8137-06A42B0B2A58}" type="pres">
      <dgm:prSet presAssocID="{C0EE93A4-D545-43CF-BD4F-FA517348AA51}" presName="Name0" presStyleCnt="0">
        <dgm:presLayoutVars>
          <dgm:animLvl val="lvl"/>
          <dgm:resizeHandles val="exact"/>
        </dgm:presLayoutVars>
      </dgm:prSet>
      <dgm:spPr/>
    </dgm:pt>
    <dgm:pt modelId="{1CB0E198-E4D2-46E1-96F8-D9D9E2512A32}" type="pres">
      <dgm:prSet presAssocID="{45666D26-517F-4874-9496-17CF0A86B075}" presName="compositeNode" presStyleCnt="0">
        <dgm:presLayoutVars>
          <dgm:bulletEnabled val="1"/>
        </dgm:presLayoutVars>
      </dgm:prSet>
      <dgm:spPr/>
    </dgm:pt>
    <dgm:pt modelId="{6F6DED50-EAF8-442D-B4F3-7677F722651B}" type="pres">
      <dgm:prSet presAssocID="{45666D26-517F-4874-9496-17CF0A86B075}" presName="bgRect" presStyleLbl="bgAccFollowNode1" presStyleIdx="0" presStyleCnt="3"/>
      <dgm:spPr/>
    </dgm:pt>
    <dgm:pt modelId="{70F8AC21-DC6C-4A0F-86B2-79443D0262C1}" type="pres">
      <dgm:prSet presAssocID="{2EF16552-3F06-4504-A476-D0FA7CCC0B4C}" presName="sibTransNodeCircle" presStyleLbl="alignNode1" presStyleIdx="0" presStyleCnt="6">
        <dgm:presLayoutVars>
          <dgm:chMax val="0"/>
          <dgm:bulletEnabled/>
        </dgm:presLayoutVars>
      </dgm:prSet>
      <dgm:spPr/>
    </dgm:pt>
    <dgm:pt modelId="{BA47373B-D26E-4828-80E3-C41601008102}" type="pres">
      <dgm:prSet presAssocID="{45666D26-517F-4874-9496-17CF0A86B075}" presName="bottomLine" presStyleLbl="alignNode1" presStyleIdx="1" presStyleCnt="6">
        <dgm:presLayoutVars/>
      </dgm:prSet>
      <dgm:spPr/>
    </dgm:pt>
    <dgm:pt modelId="{45E33B6E-D098-4F4C-A74F-654E9C36DA1F}" type="pres">
      <dgm:prSet presAssocID="{45666D26-517F-4874-9496-17CF0A86B075}" presName="nodeText" presStyleLbl="bgAccFollowNode1" presStyleIdx="0" presStyleCnt="3">
        <dgm:presLayoutVars>
          <dgm:bulletEnabled val="1"/>
        </dgm:presLayoutVars>
      </dgm:prSet>
      <dgm:spPr/>
    </dgm:pt>
    <dgm:pt modelId="{79E8AB9C-3BC0-4F63-B0BC-BD00E0D5D255}" type="pres">
      <dgm:prSet presAssocID="{2EF16552-3F06-4504-A476-D0FA7CCC0B4C}" presName="sibTrans" presStyleCnt="0"/>
      <dgm:spPr/>
    </dgm:pt>
    <dgm:pt modelId="{1B10B2AF-2885-454E-9F27-97E28DD18134}" type="pres">
      <dgm:prSet presAssocID="{C0F4926D-2B4A-4A84-8CE5-AC611840BE33}" presName="compositeNode" presStyleCnt="0">
        <dgm:presLayoutVars>
          <dgm:bulletEnabled val="1"/>
        </dgm:presLayoutVars>
      </dgm:prSet>
      <dgm:spPr/>
    </dgm:pt>
    <dgm:pt modelId="{FD4CDA60-0E66-4353-8993-74E015C185F6}" type="pres">
      <dgm:prSet presAssocID="{C0F4926D-2B4A-4A84-8CE5-AC611840BE33}" presName="bgRect" presStyleLbl="bgAccFollowNode1" presStyleIdx="1" presStyleCnt="3"/>
      <dgm:spPr/>
    </dgm:pt>
    <dgm:pt modelId="{149DDF1F-0705-4B0E-857D-C0CA8D437879}" type="pres">
      <dgm:prSet presAssocID="{F0289AA7-BBE2-416C-87D5-E7C5186739E4}" presName="sibTransNodeCircle" presStyleLbl="alignNode1" presStyleIdx="2" presStyleCnt="6">
        <dgm:presLayoutVars>
          <dgm:chMax val="0"/>
          <dgm:bulletEnabled/>
        </dgm:presLayoutVars>
      </dgm:prSet>
      <dgm:spPr/>
    </dgm:pt>
    <dgm:pt modelId="{F2CD6D15-BCAA-48CF-8DF3-72EA7F5ABC7E}" type="pres">
      <dgm:prSet presAssocID="{C0F4926D-2B4A-4A84-8CE5-AC611840BE33}" presName="bottomLine" presStyleLbl="alignNode1" presStyleIdx="3" presStyleCnt="6">
        <dgm:presLayoutVars/>
      </dgm:prSet>
      <dgm:spPr/>
    </dgm:pt>
    <dgm:pt modelId="{8749A6FC-4B9D-469E-963D-601D27BBDD34}" type="pres">
      <dgm:prSet presAssocID="{C0F4926D-2B4A-4A84-8CE5-AC611840BE33}" presName="nodeText" presStyleLbl="bgAccFollowNode1" presStyleIdx="1" presStyleCnt="3">
        <dgm:presLayoutVars>
          <dgm:bulletEnabled val="1"/>
        </dgm:presLayoutVars>
      </dgm:prSet>
      <dgm:spPr/>
    </dgm:pt>
    <dgm:pt modelId="{E6B66045-4686-4EF1-8CCA-814926870666}" type="pres">
      <dgm:prSet presAssocID="{F0289AA7-BBE2-416C-87D5-E7C5186739E4}" presName="sibTrans" presStyleCnt="0"/>
      <dgm:spPr/>
    </dgm:pt>
    <dgm:pt modelId="{A2D797EA-DD78-4A58-B716-A7ADD4ADAB53}" type="pres">
      <dgm:prSet presAssocID="{E1647A64-E87C-4ACA-9029-C2EC6AE93A47}" presName="compositeNode" presStyleCnt="0">
        <dgm:presLayoutVars>
          <dgm:bulletEnabled val="1"/>
        </dgm:presLayoutVars>
      </dgm:prSet>
      <dgm:spPr/>
    </dgm:pt>
    <dgm:pt modelId="{C041B599-8CDA-4558-97C5-0BE9B63F01D5}" type="pres">
      <dgm:prSet presAssocID="{E1647A64-E87C-4ACA-9029-C2EC6AE93A47}" presName="bgRect" presStyleLbl="bgAccFollowNode1" presStyleIdx="2" presStyleCnt="3"/>
      <dgm:spPr/>
    </dgm:pt>
    <dgm:pt modelId="{FD5D30A2-28BB-4F92-98BC-21DE52B07AD7}" type="pres">
      <dgm:prSet presAssocID="{854171E0-567B-45E5-ABD4-848A164E655A}" presName="sibTransNodeCircle" presStyleLbl="alignNode1" presStyleIdx="4" presStyleCnt="6">
        <dgm:presLayoutVars>
          <dgm:chMax val="0"/>
          <dgm:bulletEnabled/>
        </dgm:presLayoutVars>
      </dgm:prSet>
      <dgm:spPr/>
    </dgm:pt>
    <dgm:pt modelId="{54FAD181-BCE2-4167-B306-858CC68C6652}" type="pres">
      <dgm:prSet presAssocID="{E1647A64-E87C-4ACA-9029-C2EC6AE93A47}" presName="bottomLine" presStyleLbl="alignNode1" presStyleIdx="5" presStyleCnt="6">
        <dgm:presLayoutVars/>
      </dgm:prSet>
      <dgm:spPr/>
    </dgm:pt>
    <dgm:pt modelId="{9ACB2711-65C6-47C2-B57F-C7A5CFA00485}" type="pres">
      <dgm:prSet presAssocID="{E1647A64-E87C-4ACA-9029-C2EC6AE93A47}" presName="nodeText" presStyleLbl="bgAccFollowNode1" presStyleIdx="2" presStyleCnt="3">
        <dgm:presLayoutVars>
          <dgm:bulletEnabled val="1"/>
        </dgm:presLayoutVars>
      </dgm:prSet>
      <dgm:spPr/>
    </dgm:pt>
  </dgm:ptLst>
  <dgm:cxnLst>
    <dgm:cxn modelId="{E3828101-8FBE-4902-A8DD-A1045B3255D1}" type="presOf" srcId="{45666D26-517F-4874-9496-17CF0A86B075}" destId="{6F6DED50-EAF8-442D-B4F3-7677F722651B}" srcOrd="0" destOrd="0" presId="urn:microsoft.com/office/officeart/2016/7/layout/BasicLinearProcessNumbered"/>
    <dgm:cxn modelId="{68F06406-9C0F-406E-A441-3E0548A444A2}" type="presOf" srcId="{45666D26-517F-4874-9496-17CF0A86B075}" destId="{45E33B6E-D098-4F4C-A74F-654E9C36DA1F}" srcOrd="1" destOrd="0" presId="urn:microsoft.com/office/officeart/2016/7/layout/BasicLinearProcessNumbered"/>
    <dgm:cxn modelId="{0C8E0524-90A5-4804-BFAB-07038A12E286}" type="presOf" srcId="{C0F4926D-2B4A-4A84-8CE5-AC611840BE33}" destId="{8749A6FC-4B9D-469E-963D-601D27BBDD34}" srcOrd="1" destOrd="0" presId="urn:microsoft.com/office/officeart/2016/7/layout/BasicLinearProcessNumbered"/>
    <dgm:cxn modelId="{D860C533-8D03-4478-B8DD-A3D144C6A37E}" type="presOf" srcId="{854171E0-567B-45E5-ABD4-848A164E655A}" destId="{FD5D30A2-28BB-4F92-98BC-21DE52B07AD7}" srcOrd="0" destOrd="0" presId="urn:microsoft.com/office/officeart/2016/7/layout/BasicLinearProcessNumbered"/>
    <dgm:cxn modelId="{A2B3AD68-ACCF-446A-B5F4-04D0516245ED}" type="presOf" srcId="{C0EE93A4-D545-43CF-BD4F-FA517348AA51}" destId="{22F4926C-24D1-48EC-8137-06A42B0B2A58}" srcOrd="0" destOrd="0" presId="urn:microsoft.com/office/officeart/2016/7/layout/BasicLinearProcessNumbered"/>
    <dgm:cxn modelId="{640FC375-C5DC-41D9-9E97-0FBC4B0F37D4}" type="presOf" srcId="{F0289AA7-BBE2-416C-87D5-E7C5186739E4}" destId="{149DDF1F-0705-4B0E-857D-C0CA8D437879}" srcOrd="0" destOrd="0" presId="urn:microsoft.com/office/officeart/2016/7/layout/BasicLinearProcessNumbered"/>
    <dgm:cxn modelId="{3523B389-ADE4-41BA-ABF3-6FFDB0C1DB55}" type="presOf" srcId="{2EF16552-3F06-4504-A476-D0FA7CCC0B4C}" destId="{70F8AC21-DC6C-4A0F-86B2-79443D0262C1}" srcOrd="0" destOrd="0" presId="urn:microsoft.com/office/officeart/2016/7/layout/BasicLinearProcessNumbered"/>
    <dgm:cxn modelId="{061B07AE-D1EF-4AA4-B8D5-46504FF8DAD6}" type="presOf" srcId="{E1647A64-E87C-4ACA-9029-C2EC6AE93A47}" destId="{9ACB2711-65C6-47C2-B57F-C7A5CFA00485}" srcOrd="1" destOrd="0" presId="urn:microsoft.com/office/officeart/2016/7/layout/BasicLinearProcessNumbered"/>
    <dgm:cxn modelId="{A38A05E3-EBEE-4A94-8FB7-ED803A2D8A70}" type="presOf" srcId="{C0F4926D-2B4A-4A84-8CE5-AC611840BE33}" destId="{FD4CDA60-0E66-4353-8993-74E015C185F6}" srcOrd="0" destOrd="0" presId="urn:microsoft.com/office/officeart/2016/7/layout/BasicLinearProcessNumbered"/>
    <dgm:cxn modelId="{79A64CE6-7351-4D88-9DDE-FB2F4B0687D5}" srcId="{C0EE93A4-D545-43CF-BD4F-FA517348AA51}" destId="{C0F4926D-2B4A-4A84-8CE5-AC611840BE33}" srcOrd="1" destOrd="0" parTransId="{65E1006D-0050-46CB-ADD2-D18BCFDB6FE7}" sibTransId="{F0289AA7-BBE2-416C-87D5-E7C5186739E4}"/>
    <dgm:cxn modelId="{6C5CD9EE-51BD-4582-8107-858A816ADFCA}" srcId="{C0EE93A4-D545-43CF-BD4F-FA517348AA51}" destId="{E1647A64-E87C-4ACA-9029-C2EC6AE93A47}" srcOrd="2" destOrd="0" parTransId="{9B4A5A94-F20E-4840-8F5B-A783A4C1682C}" sibTransId="{854171E0-567B-45E5-ABD4-848A164E655A}"/>
    <dgm:cxn modelId="{BC9BA8F2-05D3-411E-BCBE-EA028E531B46}" type="presOf" srcId="{E1647A64-E87C-4ACA-9029-C2EC6AE93A47}" destId="{C041B599-8CDA-4558-97C5-0BE9B63F01D5}" srcOrd="0" destOrd="0" presId="urn:microsoft.com/office/officeart/2016/7/layout/BasicLinearProcessNumbered"/>
    <dgm:cxn modelId="{ECDE71F3-CE76-40D5-8BE0-1D8318B8B8FA}" srcId="{C0EE93A4-D545-43CF-BD4F-FA517348AA51}" destId="{45666D26-517F-4874-9496-17CF0A86B075}" srcOrd="0" destOrd="0" parTransId="{14A88E4A-433A-48C9-80AF-8D6E6771C99A}" sibTransId="{2EF16552-3F06-4504-A476-D0FA7CCC0B4C}"/>
    <dgm:cxn modelId="{46F905E3-AC6B-4DF3-93B9-159AA0EB508D}" type="presParOf" srcId="{22F4926C-24D1-48EC-8137-06A42B0B2A58}" destId="{1CB0E198-E4D2-46E1-96F8-D9D9E2512A32}" srcOrd="0" destOrd="0" presId="urn:microsoft.com/office/officeart/2016/7/layout/BasicLinearProcessNumbered"/>
    <dgm:cxn modelId="{58DE4D37-F1CC-4A5B-B454-F1373937AF04}" type="presParOf" srcId="{1CB0E198-E4D2-46E1-96F8-D9D9E2512A32}" destId="{6F6DED50-EAF8-442D-B4F3-7677F722651B}" srcOrd="0" destOrd="0" presId="urn:microsoft.com/office/officeart/2016/7/layout/BasicLinearProcessNumbered"/>
    <dgm:cxn modelId="{9E68FD44-D958-4B9E-9388-BB0500500CB1}" type="presParOf" srcId="{1CB0E198-E4D2-46E1-96F8-D9D9E2512A32}" destId="{70F8AC21-DC6C-4A0F-86B2-79443D0262C1}" srcOrd="1" destOrd="0" presId="urn:microsoft.com/office/officeart/2016/7/layout/BasicLinearProcessNumbered"/>
    <dgm:cxn modelId="{068E8F74-F4F8-4C7D-9AD4-BBBD82C673D3}" type="presParOf" srcId="{1CB0E198-E4D2-46E1-96F8-D9D9E2512A32}" destId="{BA47373B-D26E-4828-80E3-C41601008102}" srcOrd="2" destOrd="0" presId="urn:microsoft.com/office/officeart/2016/7/layout/BasicLinearProcessNumbered"/>
    <dgm:cxn modelId="{0211AEB0-29C2-47D7-9966-C3CA006BEAFF}" type="presParOf" srcId="{1CB0E198-E4D2-46E1-96F8-D9D9E2512A32}" destId="{45E33B6E-D098-4F4C-A74F-654E9C36DA1F}" srcOrd="3" destOrd="0" presId="urn:microsoft.com/office/officeart/2016/7/layout/BasicLinearProcessNumbered"/>
    <dgm:cxn modelId="{07B1E35C-2DFD-4B54-A521-063B212D70AB}" type="presParOf" srcId="{22F4926C-24D1-48EC-8137-06A42B0B2A58}" destId="{79E8AB9C-3BC0-4F63-B0BC-BD00E0D5D255}" srcOrd="1" destOrd="0" presId="urn:microsoft.com/office/officeart/2016/7/layout/BasicLinearProcessNumbered"/>
    <dgm:cxn modelId="{886208BA-C563-41A3-9C95-9E265FC7426E}" type="presParOf" srcId="{22F4926C-24D1-48EC-8137-06A42B0B2A58}" destId="{1B10B2AF-2885-454E-9F27-97E28DD18134}" srcOrd="2" destOrd="0" presId="urn:microsoft.com/office/officeart/2016/7/layout/BasicLinearProcessNumbered"/>
    <dgm:cxn modelId="{BF87B95B-E19A-45E1-BD3F-E2DA4F851249}" type="presParOf" srcId="{1B10B2AF-2885-454E-9F27-97E28DD18134}" destId="{FD4CDA60-0E66-4353-8993-74E015C185F6}" srcOrd="0" destOrd="0" presId="urn:microsoft.com/office/officeart/2016/7/layout/BasicLinearProcessNumbered"/>
    <dgm:cxn modelId="{DC0A6B3E-1B1B-44AC-ADC7-F8ABC9BD536F}" type="presParOf" srcId="{1B10B2AF-2885-454E-9F27-97E28DD18134}" destId="{149DDF1F-0705-4B0E-857D-C0CA8D437879}" srcOrd="1" destOrd="0" presId="urn:microsoft.com/office/officeart/2016/7/layout/BasicLinearProcessNumbered"/>
    <dgm:cxn modelId="{916C1F2D-BC5C-4BD7-93B3-EDA1A0E67423}" type="presParOf" srcId="{1B10B2AF-2885-454E-9F27-97E28DD18134}" destId="{F2CD6D15-BCAA-48CF-8DF3-72EA7F5ABC7E}" srcOrd="2" destOrd="0" presId="urn:microsoft.com/office/officeart/2016/7/layout/BasicLinearProcessNumbered"/>
    <dgm:cxn modelId="{23FF1EB8-5E4D-4BDD-BD70-05DDB2E13FC9}" type="presParOf" srcId="{1B10B2AF-2885-454E-9F27-97E28DD18134}" destId="{8749A6FC-4B9D-469E-963D-601D27BBDD34}" srcOrd="3" destOrd="0" presId="urn:microsoft.com/office/officeart/2016/7/layout/BasicLinearProcessNumbered"/>
    <dgm:cxn modelId="{2A0BF452-56C1-41D3-A578-86E6AB25035B}" type="presParOf" srcId="{22F4926C-24D1-48EC-8137-06A42B0B2A58}" destId="{E6B66045-4686-4EF1-8CCA-814926870666}" srcOrd="3" destOrd="0" presId="urn:microsoft.com/office/officeart/2016/7/layout/BasicLinearProcessNumbered"/>
    <dgm:cxn modelId="{D5F0AAA7-96A1-49E9-9DCA-E72F2A8C8DA4}" type="presParOf" srcId="{22F4926C-24D1-48EC-8137-06A42B0B2A58}" destId="{A2D797EA-DD78-4A58-B716-A7ADD4ADAB53}" srcOrd="4" destOrd="0" presId="urn:microsoft.com/office/officeart/2016/7/layout/BasicLinearProcessNumbered"/>
    <dgm:cxn modelId="{7A1B1882-C16D-4B57-A16F-446C2352A557}" type="presParOf" srcId="{A2D797EA-DD78-4A58-B716-A7ADD4ADAB53}" destId="{C041B599-8CDA-4558-97C5-0BE9B63F01D5}" srcOrd="0" destOrd="0" presId="urn:microsoft.com/office/officeart/2016/7/layout/BasicLinearProcessNumbered"/>
    <dgm:cxn modelId="{C56F8597-6D20-4304-BBA1-CEFF5F0694D7}" type="presParOf" srcId="{A2D797EA-DD78-4A58-B716-A7ADD4ADAB53}" destId="{FD5D30A2-28BB-4F92-98BC-21DE52B07AD7}" srcOrd="1" destOrd="0" presId="urn:microsoft.com/office/officeart/2016/7/layout/BasicLinearProcessNumbered"/>
    <dgm:cxn modelId="{09E064F2-1FF6-4C70-9433-11DA54D4BF85}" type="presParOf" srcId="{A2D797EA-DD78-4A58-B716-A7ADD4ADAB53}" destId="{54FAD181-BCE2-4167-B306-858CC68C6652}" srcOrd="2" destOrd="0" presId="urn:microsoft.com/office/officeart/2016/7/layout/BasicLinearProcessNumbered"/>
    <dgm:cxn modelId="{0E06AE89-F345-49B2-9D98-447E10750167}" type="presParOf" srcId="{A2D797EA-DD78-4A58-B716-A7ADD4ADAB53}" destId="{9ACB2711-65C6-47C2-B57F-C7A5CFA00485}" srcOrd="3" destOrd="0" presId="urn:microsoft.com/office/officeart/2016/7/layout/BasicLinear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233BE96-97D6-43F4-85DD-DFD07FB814A4}">
      <dsp:nvSpPr>
        <dsp:cNvPr id="0" name=""/>
        <dsp:cNvSpPr/>
      </dsp:nvSpPr>
      <dsp:spPr>
        <a:xfrm>
          <a:off x="0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Themawahl</a:t>
          </a:r>
          <a:endParaRPr lang="en-US" sz="1200" kern="1200"/>
        </a:p>
      </dsp:txBody>
      <dsp:txXfrm>
        <a:off x="0" y="187378"/>
        <a:ext cx="1489359" cy="893615"/>
      </dsp:txXfrm>
    </dsp:sp>
    <dsp:sp modelId="{6D572393-517E-4177-A9C5-FFBD037EA216}">
      <dsp:nvSpPr>
        <dsp:cNvPr id="0" name=""/>
        <dsp:cNvSpPr/>
      </dsp:nvSpPr>
      <dsp:spPr>
        <a:xfrm>
          <a:off x="1638294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 dirty="0"/>
            <a:t>Problemstellung</a:t>
          </a:r>
          <a:endParaRPr lang="en-US" sz="1200" kern="1200" dirty="0"/>
        </a:p>
      </dsp:txBody>
      <dsp:txXfrm>
        <a:off x="1638294" y="187378"/>
        <a:ext cx="1489359" cy="893615"/>
      </dsp:txXfrm>
    </dsp:sp>
    <dsp:sp modelId="{FBD6B95D-DBA3-471A-B11B-F98CB473DCD1}">
      <dsp:nvSpPr>
        <dsp:cNvPr id="0" name=""/>
        <dsp:cNvSpPr/>
      </dsp:nvSpPr>
      <dsp:spPr>
        <a:xfrm>
          <a:off x="3276589" y="187378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User Stories</a:t>
          </a:r>
          <a:endParaRPr lang="en-US" sz="1200" kern="1200"/>
        </a:p>
      </dsp:txBody>
      <dsp:txXfrm>
        <a:off x="3276589" y="187378"/>
        <a:ext cx="1489359" cy="893615"/>
      </dsp:txXfrm>
    </dsp:sp>
    <dsp:sp modelId="{87FAC60B-21E9-45DC-A9AC-D435EFF06634}">
      <dsp:nvSpPr>
        <dsp:cNvPr id="0" name=""/>
        <dsp:cNvSpPr/>
      </dsp:nvSpPr>
      <dsp:spPr>
        <a:xfrm>
          <a:off x="0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 dirty="0"/>
            <a:t>Projektfunktionen</a:t>
          </a:r>
        </a:p>
      </dsp:txBody>
      <dsp:txXfrm>
        <a:off x="0" y="1229930"/>
        <a:ext cx="1489359" cy="893615"/>
      </dsp:txXfrm>
    </dsp:sp>
    <dsp:sp modelId="{95853E69-3BCD-47FA-AFB2-55386A0A9990}">
      <dsp:nvSpPr>
        <dsp:cNvPr id="0" name=""/>
        <dsp:cNvSpPr/>
      </dsp:nvSpPr>
      <dsp:spPr>
        <a:xfrm>
          <a:off x="1638294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Projektmanagement</a:t>
          </a:r>
          <a:endParaRPr lang="en-US" sz="1200" kern="1200"/>
        </a:p>
      </dsp:txBody>
      <dsp:txXfrm>
        <a:off x="1638294" y="1229930"/>
        <a:ext cx="1489359" cy="893615"/>
      </dsp:txXfrm>
    </dsp:sp>
    <dsp:sp modelId="{27D863A9-3EB0-45D9-ACCD-DB51327C150F}">
      <dsp:nvSpPr>
        <dsp:cNvPr id="0" name=""/>
        <dsp:cNvSpPr/>
      </dsp:nvSpPr>
      <dsp:spPr>
        <a:xfrm>
          <a:off x="3276589" y="1229930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Live Demo</a:t>
          </a:r>
          <a:endParaRPr lang="en-US" sz="1200" kern="1200"/>
        </a:p>
      </dsp:txBody>
      <dsp:txXfrm>
        <a:off x="3276589" y="1229930"/>
        <a:ext cx="1489359" cy="893615"/>
      </dsp:txXfrm>
    </dsp:sp>
    <dsp:sp modelId="{5B02B8CC-9B65-471C-86F7-B2D185C39088}">
      <dsp:nvSpPr>
        <dsp:cNvPr id="0" name=""/>
        <dsp:cNvSpPr/>
      </dsp:nvSpPr>
      <dsp:spPr>
        <a:xfrm>
          <a:off x="1638294" y="2272481"/>
          <a:ext cx="1489359" cy="89361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1200" kern="1200"/>
            <a:t>Q &amp; A</a:t>
          </a:r>
          <a:endParaRPr lang="en-US" sz="1200" kern="1200"/>
        </a:p>
      </dsp:txBody>
      <dsp:txXfrm>
        <a:off x="1638294" y="2272481"/>
        <a:ext cx="1489359" cy="89361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F3BAA08-1B69-4C62-BAE7-2EA57CFB6F65}">
      <dsp:nvSpPr>
        <dsp:cNvPr id="0" name=""/>
        <dsp:cNvSpPr/>
      </dsp:nvSpPr>
      <dsp:spPr>
        <a:xfrm>
          <a:off x="0" y="2124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93DDF46C-1011-4045-8B2C-F267BA4BEC17}">
      <dsp:nvSpPr>
        <dsp:cNvPr id="0" name=""/>
        <dsp:cNvSpPr/>
      </dsp:nvSpPr>
      <dsp:spPr>
        <a:xfrm>
          <a:off x="0" y="212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 dirty="0"/>
            <a:t>Früher:
Mitarbeitende trugen ihre gestempelten Zeiten in eine Datei ein.
Der Vorgesetzte musste diese Daten manuell kontrollieren und berechnen.</a:t>
          </a:r>
          <a:endParaRPr lang="en-US" sz="2100" kern="1200" dirty="0"/>
        </a:p>
      </dsp:txBody>
      <dsp:txXfrm>
        <a:off x="0" y="2124"/>
        <a:ext cx="10515600" cy="1449029"/>
      </dsp:txXfrm>
    </dsp:sp>
    <dsp:sp modelId="{299DDDD3-A0FD-403F-80E8-425C37CCBABE}">
      <dsp:nvSpPr>
        <dsp:cNvPr id="0" name=""/>
        <dsp:cNvSpPr/>
      </dsp:nvSpPr>
      <dsp:spPr>
        <a:xfrm>
          <a:off x="0" y="1451154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54065E0B-1247-4660-B901-9FF7F3F061E3}">
      <dsp:nvSpPr>
        <dsp:cNvPr id="0" name=""/>
        <dsp:cNvSpPr/>
      </dsp:nvSpPr>
      <dsp:spPr>
        <a:xfrm>
          <a:off x="0" y="1451154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kern="1200" dirty="0"/>
            <a:t>Arbeitszeitrechner 1.0:
Die Datei konnte eingelesen werden und erzeugte automatisch eine Übersicht.
Trotzdem blieben Datenpflege, Kontrolle und Auswertung weiterhin manuell geprägt.</a:t>
          </a:r>
          <a:endParaRPr lang="en-US" sz="2100" kern="1200" dirty="0"/>
        </a:p>
      </dsp:txBody>
      <dsp:txXfrm>
        <a:off x="0" y="1451154"/>
        <a:ext cx="10515600" cy="1449029"/>
      </dsp:txXfrm>
    </dsp:sp>
    <dsp:sp modelId="{2033D11D-1B23-43E0-96C2-28423BD79D58}">
      <dsp:nvSpPr>
        <dsp:cNvPr id="0" name=""/>
        <dsp:cNvSpPr/>
      </dsp:nvSpPr>
      <dsp:spPr>
        <a:xfrm>
          <a:off x="0" y="2900183"/>
          <a:ext cx="10515600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EE461555-9D00-4398-9588-97116ED470EC}">
      <dsp:nvSpPr>
        <dsp:cNvPr id="0" name=""/>
        <dsp:cNvSpPr/>
      </dsp:nvSpPr>
      <dsp:spPr>
        <a:xfrm>
          <a:off x="0" y="2900183"/>
          <a:ext cx="10515600" cy="144902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0010" tIns="80010" rIns="80010" bIns="80010" numCol="1" spcCol="1270" anchor="t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100" b="1" kern="1200" dirty="0"/>
            <a:t>Arbeitszeitrechner 2.0:</a:t>
          </a:r>
          <a:r>
            <a:rPr lang="de-DE" sz="2100" kern="1200" dirty="0"/>
            <a:t>
Das Unternehmen befindet sich in einem technischen Wandel.
Deshalb soll die Zeiterfassung digitaler, übersichtlicher und benutzerfreundlicher werden.</a:t>
          </a:r>
          <a:endParaRPr lang="en-US" sz="2100" kern="1200" dirty="0"/>
        </a:p>
      </dsp:txBody>
      <dsp:txXfrm>
        <a:off x="0" y="2900183"/>
        <a:ext cx="10515600" cy="14490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6DED50-EAF8-442D-B4F3-7677F722651B}">
      <dsp:nvSpPr>
        <dsp:cNvPr id="0" name=""/>
        <dsp:cNvSpPr/>
      </dsp:nvSpPr>
      <dsp:spPr>
        <a:xfrm>
          <a:off x="0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600" kern="1200" dirty="0"/>
            <a:t>Arbeitsteilung nach MVC-Pattern</a:t>
          </a:r>
          <a:endParaRPr lang="en-US" sz="2600" kern="1200" dirty="0"/>
        </a:p>
      </dsp:txBody>
      <dsp:txXfrm>
        <a:off x="0" y="1653508"/>
        <a:ext cx="3286125" cy="2610802"/>
      </dsp:txXfrm>
    </dsp:sp>
    <dsp:sp modelId="{70F8AC21-DC6C-4A0F-86B2-79443D0262C1}">
      <dsp:nvSpPr>
        <dsp:cNvPr id="0" name=""/>
        <dsp:cNvSpPr/>
      </dsp:nvSpPr>
      <dsp:spPr>
        <a:xfrm>
          <a:off x="990361" y="435133"/>
          <a:ext cx="1305401" cy="1305401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1</a:t>
          </a:r>
        </a:p>
      </dsp:txBody>
      <dsp:txXfrm>
        <a:off x="1181533" y="626305"/>
        <a:ext cx="923057" cy="923057"/>
      </dsp:txXfrm>
    </dsp:sp>
    <dsp:sp modelId="{BA47373B-D26E-4828-80E3-C41601008102}">
      <dsp:nvSpPr>
        <dsp:cNvPr id="0" name=""/>
        <dsp:cNvSpPr/>
      </dsp:nvSpPr>
      <dsp:spPr>
        <a:xfrm>
          <a:off x="0" y="4351266"/>
          <a:ext cx="3286125" cy="72"/>
        </a:xfrm>
        <a:prstGeom prst="rect">
          <a:avLst/>
        </a:prstGeom>
        <a:solidFill>
          <a:schemeClr val="accent5">
            <a:hueOff val="-2430430"/>
            <a:satOff val="-165"/>
            <a:lumOff val="392"/>
            <a:alphaOff val="0"/>
          </a:schemeClr>
        </a:solidFill>
        <a:ln w="19050" cap="flat" cmpd="sng" algn="ctr">
          <a:solidFill>
            <a:schemeClr val="accent5">
              <a:hueOff val="-2430430"/>
              <a:satOff val="-165"/>
              <a:lumOff val="392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4CDA60-0E66-4353-8993-74E015C185F6}">
      <dsp:nvSpPr>
        <dsp:cNvPr id="0" name=""/>
        <dsp:cNvSpPr/>
      </dsp:nvSpPr>
      <dsp:spPr>
        <a:xfrm>
          <a:off x="3614737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-5972333"/>
            <a:satOff val="1333"/>
            <a:lumOff val="200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5972333"/>
              <a:satOff val="1333"/>
              <a:lumOff val="20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CH" sz="2600" kern="1200" dirty="0"/>
            <a:t>Highlights - Bugs / </a:t>
          </a:r>
          <a:r>
            <a:rPr lang="de-CH" sz="2600" kern="1200" dirty="0" err="1"/>
            <a:t>Issues</a:t>
          </a:r>
          <a:r>
            <a:rPr lang="de-CH" sz="2600" kern="1200" dirty="0"/>
            <a:t> bei Projektführung</a:t>
          </a:r>
          <a:endParaRPr lang="en-US" sz="2600" kern="1200" dirty="0"/>
        </a:p>
      </dsp:txBody>
      <dsp:txXfrm>
        <a:off x="3614737" y="1653508"/>
        <a:ext cx="3286125" cy="2610802"/>
      </dsp:txXfrm>
    </dsp:sp>
    <dsp:sp modelId="{149DDF1F-0705-4B0E-857D-C0CA8D437879}">
      <dsp:nvSpPr>
        <dsp:cNvPr id="0" name=""/>
        <dsp:cNvSpPr/>
      </dsp:nvSpPr>
      <dsp:spPr>
        <a:xfrm>
          <a:off x="4605099" y="435133"/>
          <a:ext cx="1305401" cy="1305401"/>
        </a:xfrm>
        <a:prstGeom prst="ellipse">
          <a:avLst/>
        </a:prstGeom>
        <a:solidFill>
          <a:schemeClr val="accent5">
            <a:hueOff val="-4860860"/>
            <a:satOff val="-330"/>
            <a:lumOff val="784"/>
            <a:alphaOff val="0"/>
          </a:schemeClr>
        </a:solidFill>
        <a:ln w="19050" cap="flat" cmpd="sng" algn="ctr">
          <a:solidFill>
            <a:schemeClr val="accent5">
              <a:hueOff val="-4860860"/>
              <a:satOff val="-330"/>
              <a:lumOff val="784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2</a:t>
          </a:r>
        </a:p>
      </dsp:txBody>
      <dsp:txXfrm>
        <a:off x="4796271" y="626305"/>
        <a:ext cx="923057" cy="923057"/>
      </dsp:txXfrm>
    </dsp:sp>
    <dsp:sp modelId="{F2CD6D15-BCAA-48CF-8DF3-72EA7F5ABC7E}">
      <dsp:nvSpPr>
        <dsp:cNvPr id="0" name=""/>
        <dsp:cNvSpPr/>
      </dsp:nvSpPr>
      <dsp:spPr>
        <a:xfrm>
          <a:off x="3614737" y="4351266"/>
          <a:ext cx="3286125" cy="72"/>
        </a:xfrm>
        <a:prstGeom prst="rect">
          <a:avLst/>
        </a:prstGeom>
        <a:solidFill>
          <a:schemeClr val="accent5">
            <a:hueOff val="-7291290"/>
            <a:satOff val="-496"/>
            <a:lumOff val="1177"/>
            <a:alphaOff val="0"/>
          </a:schemeClr>
        </a:solidFill>
        <a:ln w="19050" cap="flat" cmpd="sng" algn="ctr">
          <a:solidFill>
            <a:schemeClr val="accent5">
              <a:hueOff val="-7291290"/>
              <a:satOff val="-496"/>
              <a:lumOff val="1177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041B599-8CDA-4558-97C5-0BE9B63F01D5}">
      <dsp:nvSpPr>
        <dsp:cNvPr id="0" name=""/>
        <dsp:cNvSpPr/>
      </dsp:nvSpPr>
      <dsp:spPr>
        <a:xfrm>
          <a:off x="7229475" y="0"/>
          <a:ext cx="3286125" cy="4351338"/>
        </a:xfrm>
        <a:prstGeom prst="rect">
          <a:avLst/>
        </a:prstGeom>
        <a:solidFill>
          <a:schemeClr val="accent5">
            <a:tint val="40000"/>
            <a:alpha val="90000"/>
            <a:hueOff val="-11944666"/>
            <a:satOff val="2667"/>
            <a:lumOff val="401"/>
            <a:alphaOff val="0"/>
          </a:schemeClr>
        </a:solidFill>
        <a:ln w="19050" cap="flat" cmpd="sng" algn="ctr">
          <a:solidFill>
            <a:schemeClr val="accent5">
              <a:tint val="40000"/>
              <a:alpha val="90000"/>
              <a:hueOff val="-11944666"/>
              <a:satOff val="2667"/>
              <a:lumOff val="40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199" tIns="330200" rIns="256199" bIns="330200" numCol="1" spcCol="1270" anchor="t" anchorCtr="0">
          <a:noAutofit/>
        </a:bodyPr>
        <a:lstStyle/>
        <a:p>
          <a:pPr marL="0" lvl="0" indent="0" algn="l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600" kern="1200" dirty="0" err="1"/>
            <a:t>Verwendung</a:t>
          </a:r>
          <a:r>
            <a:rPr lang="en-US" sz="2600" kern="1200" dirty="0"/>
            <a:t> von Agents</a:t>
          </a:r>
        </a:p>
      </dsp:txBody>
      <dsp:txXfrm>
        <a:off x="7229475" y="1653508"/>
        <a:ext cx="3286125" cy="2610802"/>
      </dsp:txXfrm>
    </dsp:sp>
    <dsp:sp modelId="{FD5D30A2-28BB-4F92-98BC-21DE52B07AD7}">
      <dsp:nvSpPr>
        <dsp:cNvPr id="0" name=""/>
        <dsp:cNvSpPr/>
      </dsp:nvSpPr>
      <dsp:spPr>
        <a:xfrm>
          <a:off x="8219836" y="435133"/>
          <a:ext cx="1305401" cy="1305401"/>
        </a:xfrm>
        <a:prstGeom prst="ellipse">
          <a:avLst/>
        </a:prstGeom>
        <a:solidFill>
          <a:schemeClr val="accent5">
            <a:hueOff val="-9721720"/>
            <a:satOff val="-661"/>
            <a:lumOff val="1569"/>
            <a:alphaOff val="0"/>
          </a:schemeClr>
        </a:solidFill>
        <a:ln w="19050" cap="flat" cmpd="sng" algn="ctr">
          <a:solidFill>
            <a:schemeClr val="accent5">
              <a:hueOff val="-9721720"/>
              <a:satOff val="-661"/>
              <a:lumOff val="1569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1774" tIns="12700" rIns="101774" bIns="1270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800" kern="1200"/>
            <a:t>3</a:t>
          </a:r>
        </a:p>
      </dsp:txBody>
      <dsp:txXfrm>
        <a:off x="8411008" y="626305"/>
        <a:ext cx="923057" cy="923057"/>
      </dsp:txXfrm>
    </dsp:sp>
    <dsp:sp modelId="{54FAD181-BCE2-4167-B306-858CC68C6652}">
      <dsp:nvSpPr>
        <dsp:cNvPr id="0" name=""/>
        <dsp:cNvSpPr/>
      </dsp:nvSpPr>
      <dsp:spPr>
        <a:xfrm>
          <a:off x="7229475" y="4351266"/>
          <a:ext cx="3286125" cy="72"/>
        </a:xfrm>
        <a:prstGeom prst="rect">
          <a:avLst/>
        </a:prstGeom>
        <a:solidFill>
          <a:schemeClr val="accent5">
            <a:hueOff val="-12152150"/>
            <a:satOff val="-826"/>
            <a:lumOff val="1961"/>
            <a:alphaOff val="0"/>
          </a:schemeClr>
        </a:solidFill>
        <a:ln w="19050" cap="flat" cmpd="sng" algn="ctr">
          <a:solidFill>
            <a:schemeClr val="accent5">
              <a:hueOff val="-12152150"/>
              <a:satOff val="-826"/>
              <a:lumOff val="1961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BasicLinearProcessNumbered">
  <dgm:title val="Basic Linear Process Numbered"/>
  <dgm:desc val="Used to show a progression; a timeline; sequential steps in a task, process, or workflow; or to emphasize movement or direction. Automatic numbers have been introduced to show the steps of the process which appears in a circle. Level 1 and Level 2 text appear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1"/>
      <dgm:constr type="primFontSz" for="des" forName="sibTransNodeCircle" op="equ"/>
      <dgm:constr type="primFontSz" for="des" forName="nodeText" op="equ"/>
      <dgm:constr type="h" for="des" forName="sibTransNodeCircle" op="equ"/>
      <dgm:constr type="w" for="des" forName="sibTransNodeCircle" op="equ"/>
    </dgm:constrLst>
    <dgm:ruleLst>
      <dgm:rule type="h" val="NaN" fact="1.2" max="NaN"/>
    </dgm:ruleLst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4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h" for="ch" forName="sibTransNodeCircle" refType="h" refFor="ch" refForName="bgRect" fact="0.3"/>
          <dgm:constr type="w" for="ch" forName="sibTransNodeCircle" refType="h" refFor="ch" refForName="sibTransNodeCircle"/>
          <dgm:constr type="ctrX" for="ch" forName="sibTransNodeCircle" refType="w" fact="0.5"/>
          <dgm:constr type="ctrY" for="ch" forName="sibTransNodeCircle" refType="h" fact="0.25"/>
          <dgm:constr type="r" for="ch" forName="nodeText" refType="r" refFor="ch" refForName="bgRect"/>
          <dgm:constr type="h" for="ch" forName="nodeText" refType="h" refFor="ch" refForName="bgRect" fact="0.6"/>
          <dgm:constr type="t" for="ch" forName="nodeText" refType="h" refFor="ch" refForName="bgRect" fact="0.38"/>
          <dgm:constr type="b" for="ch" forName="bottomLine" refType="b" refFor="ch" refForName="bgRect"/>
          <dgm:constr type="w" for="ch" forName="bottomLine" refType="w" refFor="ch" refForName="bgRect"/>
          <dgm:constr type="h" for="ch" forName="bottomLine" val="0.002"/>
        </dgm:constrLst>
        <dgm:ruleLst/>
        <dgm:layoutNode name="bgRect" styleLbl="bgAccFollowNode1">
          <dgm:alg type="sp"/>
          <dgm:shape xmlns:r="http://schemas.openxmlformats.org/officeDocument/2006/relationships" type="rect" r:blip="">
            <dgm:adjLst/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Circle" styleLbl="alignNode1">
            <dgm:varLst>
              <dgm:chMax val="0"/>
              <dgm:bulletEnabled/>
            </dgm:varLst>
            <dgm:presOf axis="self" ptType="sibTrans"/>
            <dgm:alg type="tx">
              <dgm:param type="txAnchorVert" val="mid"/>
              <dgm:param type="txAnchorHorzCh" val="ctr"/>
            </dgm:alg>
            <dgm:shape xmlns:r="http://schemas.openxmlformats.org/officeDocument/2006/relationships" type="ellipse" r:blip="">
              <dgm:adjLst/>
            </dgm:shape>
            <dgm:constrLst>
              <dgm:constr type="w" refType="h" op="lte"/>
              <dgm:constr type="primFontSz" val="48"/>
              <dgm:constr type="tMarg" val="1"/>
              <dgm:constr type="lMarg" refType="w" fact="0.221"/>
              <dgm:constr type="rMarg" refType="w" fact="0.221"/>
              <dgm:constr type="bMarg" val="1"/>
            </dgm:constrLst>
            <dgm:ruleLst>
              <dgm:rule type="primFontSz" val="14" fact="NaN" max="NaN"/>
            </dgm:ruleLst>
          </dgm:layoutNode>
        </dgm:forEach>
        <dgm:layoutNode name="bottomLine" styleLbl="alignNode1">
          <dgm:varLst/>
          <dgm:presOf/>
          <dgm:alg type="sp"/>
          <dgm:shape xmlns:r="http://schemas.openxmlformats.org/officeDocument/2006/relationships" type="rect" r:blip="">
            <dgm:adjLst/>
          </dgm:shape>
          <dgm:constrLst/>
          <dgm:ruleLst/>
        </dgm:layoutNode>
        <dgm:layoutNode name="nodeText" styleLbl="bgAccFollow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-1" hideGeom="1">
            <dgm:adjLst/>
          </dgm:shape>
          <dgm:presOf axis="desOrSelf" ptType="node"/>
          <dgm:constrLst>
            <dgm:constr type="primFontSz" val="26"/>
            <dgm:constr type="tMarg" val="26"/>
            <dgm:constr type="lMarg" refType="w" fact="0.221"/>
            <dgm:constr type="rMarg" refType="w" fact="0.221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0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148837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8524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2885419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07221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958833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2114939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86133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237354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39699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48156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695299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78CBAE-7A44-45F7-94F3-E2A86F2CD231}" type="datetimeFigureOut">
              <a:rPr lang="en-CH" smtClean="0"/>
              <a:t>05/24/2026</a:t>
            </a:fld>
            <a:endParaRPr lang="en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A1C0C2-C920-4DF3-86EC-9C28B9D08EEA}" type="slidenum">
              <a:rPr lang="en-CH" smtClean="0"/>
              <a:t>‹Nr.›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147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29" name="Freeform: Shape 12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4" name="Freeform: Shape 13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5" name="Freeform: Shape 14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6" name="Freeform: Shape 15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7" name="Freeform: Shape 16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8" name="Freeform: Shape 17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9" name="Freeform: Shape 18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1B14668C-1554-9F89-BD70-983A2DFDCA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2043663"/>
            <a:ext cx="6105194" cy="2031055"/>
          </a:xfrm>
        </p:spPr>
        <p:txBody>
          <a:bodyPr>
            <a:normAutofit/>
          </a:bodyPr>
          <a:lstStyle/>
          <a:p>
            <a:r>
              <a:rPr lang="de-CH" sz="4400">
                <a:solidFill>
                  <a:schemeClr val="tx2"/>
                </a:solidFill>
              </a:rPr>
              <a:t>Arbeitszeit-Auswertungsprogramm 2.0</a:t>
            </a:r>
            <a:endParaRPr lang="en-CH" sz="4400">
              <a:solidFill>
                <a:schemeClr val="tx2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7AA85C-CE97-89D0-4347-111DB555837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4160126"/>
            <a:ext cx="6105194" cy="682079"/>
          </a:xfrm>
        </p:spPr>
        <p:txBody>
          <a:bodyPr>
            <a:normAutofit/>
          </a:bodyPr>
          <a:lstStyle/>
          <a:p>
            <a:r>
              <a:rPr lang="de-CH" sz="2000">
                <a:solidFill>
                  <a:schemeClr val="tx2"/>
                </a:solidFill>
              </a:rPr>
              <a:t>Gruppe 2 : Mehmedali Abdiu, Denis Silva Meira, Arti Rechi</a:t>
            </a:r>
            <a:endParaRPr lang="en-CH" sz="200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103596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B6FACB3C-9069-4791-BC5C-0DB7CD19B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1F2038E-D777-4B76-81DD-DD13EE91B9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E66E1C-7D50-6713-CDD9-695D4F2A13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802955"/>
            <a:ext cx="4766330" cy="1454051"/>
          </a:xfrm>
        </p:spPr>
        <p:txBody>
          <a:bodyPr>
            <a:normAutofit/>
          </a:bodyPr>
          <a:lstStyle/>
          <a:p>
            <a:r>
              <a:rPr lang="de-CH" sz="3600">
                <a:solidFill>
                  <a:schemeClr val="tx2"/>
                </a:solidFill>
              </a:rPr>
              <a:t>Agenda</a:t>
            </a:r>
            <a:endParaRPr lang="en-CH" sz="3600">
              <a:solidFill>
                <a:schemeClr val="tx2"/>
              </a:solidFill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D354807-230F-4402-B1B9-F733A8F1F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818240" y="-16714"/>
            <a:ext cx="6373761" cy="6874714"/>
            <a:chOff x="5818240" y="-1"/>
            <a:chExt cx="6373761" cy="6874714"/>
          </a:xfrm>
        </p:grpSpPr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BF5A6F4A-CE87-4D5C-9382-8167967CE8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18240" y="-1"/>
              <a:ext cx="6373761" cy="6874714"/>
            </a:xfrm>
            <a:custGeom>
              <a:avLst/>
              <a:gdLst>
                <a:gd name="connsiteX0" fmla="*/ 6373761 w 6373761"/>
                <a:gd name="connsiteY0" fmla="*/ 5771297 h 6874714"/>
                <a:gd name="connsiteX1" fmla="*/ 6373761 w 6373761"/>
                <a:gd name="connsiteY1" fmla="*/ 6247960 h 6874714"/>
                <a:gd name="connsiteX2" fmla="*/ 6235932 w 6373761"/>
                <a:gd name="connsiteY2" fmla="*/ 6361930 h 6874714"/>
                <a:gd name="connsiteX3" fmla="*/ 5960375 w 6373761"/>
                <a:gd name="connsiteY3" fmla="*/ 6587489 h 6874714"/>
                <a:gd name="connsiteX4" fmla="*/ 5822907 w 6373761"/>
                <a:gd name="connsiteY4" fmla="*/ 6701871 h 6874714"/>
                <a:gd name="connsiteX5" fmla="*/ 5681115 w 6373761"/>
                <a:gd name="connsiteY5" fmla="*/ 6816896 h 6874714"/>
                <a:gd name="connsiteX6" fmla="*/ 5604096 w 6373761"/>
                <a:gd name="connsiteY6" fmla="*/ 6874714 h 6874714"/>
                <a:gd name="connsiteX7" fmla="*/ 4878485 w 6373761"/>
                <a:gd name="connsiteY7" fmla="*/ 6874714 h 6874714"/>
                <a:gd name="connsiteX8" fmla="*/ 5006014 w 6373761"/>
                <a:gd name="connsiteY8" fmla="*/ 6800200 h 6874714"/>
                <a:gd name="connsiteX9" fmla="*/ 5149855 w 6373761"/>
                <a:gd name="connsiteY9" fmla="*/ 6707667 h 6874714"/>
                <a:gd name="connsiteX10" fmla="*/ 5431866 w 6373761"/>
                <a:gd name="connsiteY10" fmla="*/ 6506210 h 6874714"/>
                <a:gd name="connsiteX11" fmla="*/ 5571036 w 6373761"/>
                <a:gd name="connsiteY11" fmla="*/ 6399557 h 6874714"/>
                <a:gd name="connsiteX12" fmla="*/ 5711649 w 6373761"/>
                <a:gd name="connsiteY12" fmla="*/ 6288912 h 6874714"/>
                <a:gd name="connsiteX13" fmla="*/ 6276589 w 6373761"/>
                <a:gd name="connsiteY13" fmla="*/ 5852379 h 6874714"/>
                <a:gd name="connsiteX14" fmla="*/ 3975975 w 6373761"/>
                <a:gd name="connsiteY14" fmla="*/ 263 h 6874714"/>
                <a:gd name="connsiteX15" fmla="*/ 4350473 w 6373761"/>
                <a:gd name="connsiteY15" fmla="*/ 24963 h 6874714"/>
                <a:gd name="connsiteX16" fmla="*/ 5077909 w 6373761"/>
                <a:gd name="connsiteY16" fmla="*/ 189450 h 6874714"/>
                <a:gd name="connsiteX17" fmla="*/ 5746507 w 6373761"/>
                <a:gd name="connsiteY17" fmla="*/ 505804 h 6874714"/>
                <a:gd name="connsiteX18" fmla="*/ 6322456 w 6373761"/>
                <a:gd name="connsiteY18" fmla="*/ 956633 h 6874714"/>
                <a:gd name="connsiteX19" fmla="*/ 6373761 w 6373761"/>
                <a:gd name="connsiteY19" fmla="*/ 1011863 h 6874714"/>
                <a:gd name="connsiteX20" fmla="*/ 6373761 w 6373761"/>
                <a:gd name="connsiteY20" fmla="*/ 1185075 h 6874714"/>
                <a:gd name="connsiteX21" fmla="*/ 6359489 w 6373761"/>
                <a:gd name="connsiteY21" fmla="*/ 1169497 h 6874714"/>
                <a:gd name="connsiteX22" fmla="*/ 6233869 w 6373761"/>
                <a:gd name="connsiteY22" fmla="*/ 1047442 h 6874714"/>
                <a:gd name="connsiteX23" fmla="*/ 5961423 w 6373761"/>
                <a:gd name="connsiteY23" fmla="*/ 827953 h 6874714"/>
                <a:gd name="connsiteX24" fmla="*/ 5663555 w 6373761"/>
                <a:gd name="connsiteY24" fmla="*/ 645304 h 6874714"/>
                <a:gd name="connsiteX25" fmla="*/ 5013827 w 6373761"/>
                <a:gd name="connsiteY25" fmla="*/ 397863 h 6874714"/>
                <a:gd name="connsiteX26" fmla="*/ 4327409 w 6373761"/>
                <a:gd name="connsiteY26" fmla="*/ 302545 h 6874714"/>
                <a:gd name="connsiteX27" fmla="*/ 3639939 w 6373761"/>
                <a:gd name="connsiteY27" fmla="*/ 338868 h 6874714"/>
                <a:gd name="connsiteX28" fmla="*/ 3302495 w 6373761"/>
                <a:gd name="connsiteY28" fmla="*/ 403659 h 6874714"/>
                <a:gd name="connsiteX29" fmla="*/ 2971604 w 6373761"/>
                <a:gd name="connsiteY29" fmla="*/ 496273 h 6874714"/>
                <a:gd name="connsiteX30" fmla="*/ 2648706 w 6373761"/>
                <a:gd name="connsiteY30" fmla="*/ 614389 h 6874714"/>
                <a:gd name="connsiteX31" fmla="*/ 2335374 w 6373761"/>
                <a:gd name="connsiteY31" fmla="*/ 757109 h 6874714"/>
                <a:gd name="connsiteX32" fmla="*/ 1741342 w 6373761"/>
                <a:gd name="connsiteY32" fmla="*/ 1107725 h 6874714"/>
                <a:gd name="connsiteX33" fmla="*/ 1600861 w 6373761"/>
                <a:gd name="connsiteY33" fmla="*/ 1208710 h 6874714"/>
                <a:gd name="connsiteX34" fmla="*/ 1531799 w 6373761"/>
                <a:gd name="connsiteY34" fmla="*/ 1260879 h 6874714"/>
                <a:gd name="connsiteX35" fmla="*/ 1463655 w 6373761"/>
                <a:gd name="connsiteY35" fmla="*/ 1314333 h 6874714"/>
                <a:gd name="connsiteX36" fmla="*/ 1200777 w 6373761"/>
                <a:gd name="connsiteY36" fmla="*/ 1541166 h 6874714"/>
                <a:gd name="connsiteX37" fmla="*/ 731501 w 6373761"/>
                <a:gd name="connsiteY37" fmla="*/ 2055754 h 6874714"/>
                <a:gd name="connsiteX38" fmla="*/ 531393 w 6373761"/>
                <a:gd name="connsiteY38" fmla="*/ 2342739 h 6874714"/>
                <a:gd name="connsiteX39" fmla="*/ 361033 w 6373761"/>
                <a:gd name="connsiteY39" fmla="*/ 2649046 h 6874714"/>
                <a:gd name="connsiteX40" fmla="*/ 323292 w 6373761"/>
                <a:gd name="connsiteY40" fmla="*/ 2728263 h 6874714"/>
                <a:gd name="connsiteX41" fmla="*/ 304945 w 6373761"/>
                <a:gd name="connsiteY41" fmla="*/ 2768193 h 6874714"/>
                <a:gd name="connsiteX42" fmla="*/ 287516 w 6373761"/>
                <a:gd name="connsiteY42" fmla="*/ 2808510 h 6874714"/>
                <a:gd name="connsiteX43" fmla="*/ 254230 w 6373761"/>
                <a:gd name="connsiteY43" fmla="*/ 2889788 h 6874714"/>
                <a:gd name="connsiteX44" fmla="*/ 223042 w 6373761"/>
                <a:gd name="connsiteY44" fmla="*/ 2971968 h 6874714"/>
                <a:gd name="connsiteX45" fmla="*/ 121611 w 6373761"/>
                <a:gd name="connsiteY45" fmla="*/ 3308544 h 6874714"/>
                <a:gd name="connsiteX46" fmla="*/ 39314 w 6373761"/>
                <a:gd name="connsiteY46" fmla="*/ 4005912 h 6874714"/>
                <a:gd name="connsiteX47" fmla="*/ 73910 w 6373761"/>
                <a:gd name="connsiteY47" fmla="*/ 4354081 h 6874714"/>
                <a:gd name="connsiteX48" fmla="*/ 179534 w 6373761"/>
                <a:gd name="connsiteY48" fmla="*/ 4687050 h 6874714"/>
                <a:gd name="connsiteX49" fmla="*/ 215964 w 6373761"/>
                <a:gd name="connsiteY49" fmla="*/ 4766654 h 6874714"/>
                <a:gd name="connsiteX50" fmla="*/ 256457 w 6373761"/>
                <a:gd name="connsiteY50" fmla="*/ 4844455 h 6874714"/>
                <a:gd name="connsiteX51" fmla="*/ 346225 w 6373761"/>
                <a:gd name="connsiteY51" fmla="*/ 4995290 h 6874714"/>
                <a:gd name="connsiteX52" fmla="*/ 445296 w 6373761"/>
                <a:gd name="connsiteY52" fmla="*/ 5140971 h 6874714"/>
                <a:gd name="connsiteX53" fmla="*/ 551443 w 6373761"/>
                <a:gd name="connsiteY53" fmla="*/ 5282531 h 6874714"/>
                <a:gd name="connsiteX54" fmla="*/ 772387 w 6373761"/>
                <a:gd name="connsiteY54" fmla="*/ 5562561 h 6874714"/>
                <a:gd name="connsiteX55" fmla="*/ 882858 w 6373761"/>
                <a:gd name="connsiteY55" fmla="*/ 5704507 h 6874714"/>
                <a:gd name="connsiteX56" fmla="*/ 990316 w 6373761"/>
                <a:gd name="connsiteY56" fmla="*/ 5848258 h 6874714"/>
                <a:gd name="connsiteX57" fmla="*/ 1097774 w 6373761"/>
                <a:gd name="connsiteY57" fmla="*/ 5987114 h 6874714"/>
                <a:gd name="connsiteX58" fmla="*/ 1210080 w 6373761"/>
                <a:gd name="connsiteY58" fmla="*/ 6121203 h 6874714"/>
                <a:gd name="connsiteX59" fmla="*/ 1448192 w 6373761"/>
                <a:gd name="connsiteY59" fmla="*/ 6374054 h 6874714"/>
                <a:gd name="connsiteX60" fmla="*/ 1982991 w 6373761"/>
                <a:gd name="connsiteY60" fmla="*/ 6796158 h 6874714"/>
                <a:gd name="connsiteX61" fmla="*/ 2118475 w 6373761"/>
                <a:gd name="connsiteY61" fmla="*/ 6874714 h 6874714"/>
                <a:gd name="connsiteX62" fmla="*/ 1569874 w 6373761"/>
                <a:gd name="connsiteY62" fmla="*/ 6874714 h 6874714"/>
                <a:gd name="connsiteX63" fmla="*/ 1507802 w 6373761"/>
                <a:gd name="connsiteY63" fmla="*/ 6817815 h 6874714"/>
                <a:gd name="connsiteX64" fmla="*/ 1256865 w 6373761"/>
                <a:gd name="connsiteY64" fmla="*/ 6543437 h 6874714"/>
                <a:gd name="connsiteX65" fmla="*/ 1038410 w 6373761"/>
                <a:gd name="connsiteY65" fmla="*/ 6248722 h 6874714"/>
                <a:gd name="connsiteX66" fmla="*/ 845380 w 6373761"/>
                <a:gd name="connsiteY66" fmla="*/ 5941386 h 6874714"/>
                <a:gd name="connsiteX67" fmla="*/ 755351 w 6373761"/>
                <a:gd name="connsiteY67" fmla="*/ 5788877 h 6874714"/>
                <a:gd name="connsiteX68" fmla="*/ 661784 w 6373761"/>
                <a:gd name="connsiteY68" fmla="*/ 5638944 h 6874714"/>
                <a:gd name="connsiteX69" fmla="*/ 466525 w 6373761"/>
                <a:gd name="connsiteY69" fmla="*/ 5340366 h 6874714"/>
                <a:gd name="connsiteX70" fmla="*/ 370992 w 6373761"/>
                <a:gd name="connsiteY70" fmla="*/ 5188502 h 6874714"/>
                <a:gd name="connsiteX71" fmla="*/ 280046 w 6373761"/>
                <a:gd name="connsiteY71" fmla="*/ 5033287 h 6874714"/>
                <a:gd name="connsiteX72" fmla="*/ 126853 w 6373761"/>
                <a:gd name="connsiteY72" fmla="*/ 4707660 h 6874714"/>
                <a:gd name="connsiteX73" fmla="*/ 30272 w 6373761"/>
                <a:gd name="connsiteY73" fmla="*/ 4362068 h 6874714"/>
                <a:gd name="connsiteX74" fmla="*/ 0 w 6373761"/>
                <a:gd name="connsiteY74" fmla="*/ 4005912 h 6874714"/>
                <a:gd name="connsiteX75" fmla="*/ 270480 w 6373761"/>
                <a:gd name="connsiteY75" fmla="*/ 2610532 h 6874714"/>
                <a:gd name="connsiteX76" fmla="*/ 415942 w 6373761"/>
                <a:gd name="connsiteY76" fmla="*/ 2280526 h 6874714"/>
                <a:gd name="connsiteX77" fmla="*/ 590102 w 6373761"/>
                <a:gd name="connsiteY77" fmla="*/ 1962626 h 6874714"/>
                <a:gd name="connsiteX78" fmla="*/ 1020719 w 6373761"/>
                <a:gd name="connsiteY78" fmla="*/ 1373070 h 6874714"/>
                <a:gd name="connsiteX79" fmla="*/ 1275080 w 6373761"/>
                <a:gd name="connsiteY79" fmla="*/ 1107081 h 6874714"/>
                <a:gd name="connsiteX80" fmla="*/ 1342437 w 6373761"/>
                <a:gd name="connsiteY80" fmla="*/ 1043965 h 6874714"/>
                <a:gd name="connsiteX81" fmla="*/ 1411106 w 6373761"/>
                <a:gd name="connsiteY81" fmla="*/ 982138 h 6874714"/>
                <a:gd name="connsiteX82" fmla="*/ 1553029 w 6373761"/>
                <a:gd name="connsiteY82" fmla="*/ 863376 h 6874714"/>
                <a:gd name="connsiteX83" fmla="*/ 2173401 w 6373761"/>
                <a:gd name="connsiteY83" fmla="*/ 454409 h 6874714"/>
                <a:gd name="connsiteX84" fmla="*/ 3599708 w 6373761"/>
                <a:gd name="connsiteY84" fmla="*/ 16332 h 6874714"/>
                <a:gd name="connsiteX85" fmla="*/ 3975975 w 6373761"/>
                <a:gd name="connsiteY85" fmla="*/ 263 h 6874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</a:cxnLst>
              <a:rect l="l" t="t" r="r" b="b"/>
              <a:pathLst>
                <a:path w="6373761" h="6874714">
                  <a:moveTo>
                    <a:pt x="6373761" y="5771297"/>
                  </a:moveTo>
                  <a:lnTo>
                    <a:pt x="6373761" y="6247960"/>
                  </a:lnTo>
                  <a:lnTo>
                    <a:pt x="6235932" y="6361930"/>
                  </a:lnTo>
                  <a:cubicBezTo>
                    <a:pt x="6143250" y="6437460"/>
                    <a:pt x="6051059" y="6512200"/>
                    <a:pt x="5960375" y="6587489"/>
                  </a:cubicBezTo>
                  <a:lnTo>
                    <a:pt x="5822907" y="6701871"/>
                  </a:lnTo>
                  <a:cubicBezTo>
                    <a:pt x="5776123" y="6740385"/>
                    <a:pt x="5729079" y="6778899"/>
                    <a:pt x="5681115" y="6816896"/>
                  </a:cubicBezTo>
                  <a:lnTo>
                    <a:pt x="5604096" y="6874714"/>
                  </a:lnTo>
                  <a:lnTo>
                    <a:pt x="4878485" y="6874714"/>
                  </a:lnTo>
                  <a:lnTo>
                    <a:pt x="5006014" y="6800200"/>
                  </a:lnTo>
                  <a:cubicBezTo>
                    <a:pt x="5054354" y="6770429"/>
                    <a:pt x="5102285" y="6739483"/>
                    <a:pt x="5149855" y="6707667"/>
                  </a:cubicBezTo>
                  <a:cubicBezTo>
                    <a:pt x="5244993" y="6643906"/>
                    <a:pt x="5338561" y="6576025"/>
                    <a:pt x="5431866" y="6506210"/>
                  </a:cubicBezTo>
                  <a:cubicBezTo>
                    <a:pt x="5478386" y="6471304"/>
                    <a:pt x="5524777" y="6435495"/>
                    <a:pt x="5571036" y="6399557"/>
                  </a:cubicBezTo>
                  <a:lnTo>
                    <a:pt x="5711649" y="6288912"/>
                  </a:lnTo>
                  <a:cubicBezTo>
                    <a:pt x="5902059" y="6140395"/>
                    <a:pt x="6093257" y="5998320"/>
                    <a:pt x="6276589" y="5852379"/>
                  </a:cubicBezTo>
                  <a:close/>
                  <a:moveTo>
                    <a:pt x="3975975" y="263"/>
                  </a:moveTo>
                  <a:cubicBezTo>
                    <a:pt x="4101550" y="1809"/>
                    <a:pt x="4226830" y="10149"/>
                    <a:pt x="4350473" y="24963"/>
                  </a:cubicBezTo>
                  <a:cubicBezTo>
                    <a:pt x="4598149" y="54846"/>
                    <a:pt x="4842943" y="108687"/>
                    <a:pt x="5077909" y="189450"/>
                  </a:cubicBezTo>
                  <a:cubicBezTo>
                    <a:pt x="5312876" y="269955"/>
                    <a:pt x="5537357" y="376867"/>
                    <a:pt x="5746507" y="505804"/>
                  </a:cubicBezTo>
                  <a:cubicBezTo>
                    <a:pt x="5955527" y="634999"/>
                    <a:pt x="6148688" y="786864"/>
                    <a:pt x="6322456" y="956633"/>
                  </a:cubicBezTo>
                  <a:lnTo>
                    <a:pt x="6373761" y="1011863"/>
                  </a:lnTo>
                  <a:lnTo>
                    <a:pt x="6373761" y="1185075"/>
                  </a:lnTo>
                  <a:lnTo>
                    <a:pt x="6359489" y="1169497"/>
                  </a:lnTo>
                  <a:cubicBezTo>
                    <a:pt x="6318811" y="1127602"/>
                    <a:pt x="6276917" y="1086890"/>
                    <a:pt x="6233869" y="1047442"/>
                  </a:cubicBezTo>
                  <a:cubicBezTo>
                    <a:pt x="6147509" y="968870"/>
                    <a:pt x="6056431" y="895448"/>
                    <a:pt x="5961423" y="827953"/>
                  </a:cubicBezTo>
                  <a:cubicBezTo>
                    <a:pt x="5865891" y="761102"/>
                    <a:pt x="5766688" y="699403"/>
                    <a:pt x="5663555" y="645304"/>
                  </a:cubicBezTo>
                  <a:cubicBezTo>
                    <a:pt x="5457943" y="535816"/>
                    <a:pt x="5238703" y="453894"/>
                    <a:pt x="5013827" y="397863"/>
                  </a:cubicBezTo>
                  <a:cubicBezTo>
                    <a:pt x="4788953" y="341703"/>
                    <a:pt x="4558442" y="310917"/>
                    <a:pt x="4327409" y="302545"/>
                  </a:cubicBezTo>
                  <a:cubicBezTo>
                    <a:pt x="4096111" y="293012"/>
                    <a:pt x="3867174" y="305893"/>
                    <a:pt x="3639939" y="338868"/>
                  </a:cubicBezTo>
                  <a:cubicBezTo>
                    <a:pt x="3526585" y="355999"/>
                    <a:pt x="3413885" y="377254"/>
                    <a:pt x="3302495" y="403659"/>
                  </a:cubicBezTo>
                  <a:cubicBezTo>
                    <a:pt x="3191107" y="430451"/>
                    <a:pt x="3080634" y="460978"/>
                    <a:pt x="2971604" y="496273"/>
                  </a:cubicBezTo>
                  <a:cubicBezTo>
                    <a:pt x="2862573" y="531437"/>
                    <a:pt x="2754854" y="570852"/>
                    <a:pt x="2648706" y="614389"/>
                  </a:cubicBezTo>
                  <a:cubicBezTo>
                    <a:pt x="2542690" y="658056"/>
                    <a:pt x="2438114" y="705714"/>
                    <a:pt x="2335374" y="757109"/>
                  </a:cubicBezTo>
                  <a:cubicBezTo>
                    <a:pt x="2129894" y="859769"/>
                    <a:pt x="1931228" y="976855"/>
                    <a:pt x="1741342" y="1107725"/>
                  </a:cubicBezTo>
                  <a:cubicBezTo>
                    <a:pt x="1694035" y="1140571"/>
                    <a:pt x="1646858" y="1173933"/>
                    <a:pt x="1600861" y="1208710"/>
                  </a:cubicBezTo>
                  <a:cubicBezTo>
                    <a:pt x="1577535" y="1225713"/>
                    <a:pt x="1554732" y="1243361"/>
                    <a:pt x="1531799" y="1260879"/>
                  </a:cubicBezTo>
                  <a:cubicBezTo>
                    <a:pt x="1508735" y="1278267"/>
                    <a:pt x="1486064" y="1296171"/>
                    <a:pt x="1463655" y="1314333"/>
                  </a:cubicBezTo>
                  <a:cubicBezTo>
                    <a:pt x="1373627" y="1386853"/>
                    <a:pt x="1285564" y="1462077"/>
                    <a:pt x="1200777" y="1541166"/>
                  </a:cubicBezTo>
                  <a:cubicBezTo>
                    <a:pt x="1030810" y="1698827"/>
                    <a:pt x="873161" y="1870785"/>
                    <a:pt x="731501" y="2055754"/>
                  </a:cubicBezTo>
                  <a:cubicBezTo>
                    <a:pt x="660734" y="2148239"/>
                    <a:pt x="593771" y="2243944"/>
                    <a:pt x="531393" y="2342739"/>
                  </a:cubicBezTo>
                  <a:cubicBezTo>
                    <a:pt x="470063" y="2442050"/>
                    <a:pt x="412140" y="2543810"/>
                    <a:pt x="361033" y="2649046"/>
                  </a:cubicBezTo>
                  <a:cubicBezTo>
                    <a:pt x="347798" y="2675194"/>
                    <a:pt x="335479" y="2701728"/>
                    <a:pt x="323292" y="2728263"/>
                  </a:cubicBezTo>
                  <a:lnTo>
                    <a:pt x="304945" y="2768193"/>
                  </a:lnTo>
                  <a:lnTo>
                    <a:pt x="287516" y="2808510"/>
                  </a:lnTo>
                  <a:cubicBezTo>
                    <a:pt x="276115" y="2835432"/>
                    <a:pt x="264583" y="2862352"/>
                    <a:pt x="254230" y="2889788"/>
                  </a:cubicBezTo>
                  <a:cubicBezTo>
                    <a:pt x="243877" y="2917224"/>
                    <a:pt x="232477" y="2944274"/>
                    <a:pt x="223042" y="2971968"/>
                  </a:cubicBezTo>
                  <a:cubicBezTo>
                    <a:pt x="182679" y="3081970"/>
                    <a:pt x="148475" y="3194291"/>
                    <a:pt x="121611" y="3308544"/>
                  </a:cubicBezTo>
                  <a:cubicBezTo>
                    <a:pt x="67096" y="3536534"/>
                    <a:pt x="39183" y="3771224"/>
                    <a:pt x="39314" y="4005912"/>
                  </a:cubicBezTo>
                  <a:cubicBezTo>
                    <a:pt x="39969" y="4122871"/>
                    <a:pt x="51109" y="4239571"/>
                    <a:pt x="73910" y="4354081"/>
                  </a:cubicBezTo>
                  <a:cubicBezTo>
                    <a:pt x="97892" y="4468334"/>
                    <a:pt x="132619" y="4580140"/>
                    <a:pt x="179534" y="4687050"/>
                  </a:cubicBezTo>
                  <a:cubicBezTo>
                    <a:pt x="190673" y="4713972"/>
                    <a:pt x="203647" y="4740249"/>
                    <a:pt x="215964" y="4766654"/>
                  </a:cubicBezTo>
                  <a:cubicBezTo>
                    <a:pt x="229332" y="4792674"/>
                    <a:pt x="242043" y="4818950"/>
                    <a:pt x="256457" y="4844455"/>
                  </a:cubicBezTo>
                  <a:cubicBezTo>
                    <a:pt x="283978" y="4895978"/>
                    <a:pt x="314642" y="4945956"/>
                    <a:pt x="346225" y="4995290"/>
                  </a:cubicBezTo>
                  <a:cubicBezTo>
                    <a:pt x="377676" y="5044752"/>
                    <a:pt x="411355" y="5092926"/>
                    <a:pt x="445296" y="5140971"/>
                  </a:cubicBezTo>
                  <a:cubicBezTo>
                    <a:pt x="479760" y="5188630"/>
                    <a:pt x="515537" y="5235645"/>
                    <a:pt x="551443" y="5282531"/>
                  </a:cubicBezTo>
                  <a:cubicBezTo>
                    <a:pt x="623387" y="5376434"/>
                    <a:pt x="698608" y="5468402"/>
                    <a:pt x="772387" y="5562561"/>
                  </a:cubicBezTo>
                  <a:cubicBezTo>
                    <a:pt x="809472" y="5609448"/>
                    <a:pt x="846428" y="5656719"/>
                    <a:pt x="882858" y="5704507"/>
                  </a:cubicBezTo>
                  <a:cubicBezTo>
                    <a:pt x="919159" y="5751909"/>
                    <a:pt x="955196" y="5802273"/>
                    <a:pt x="990316" y="5848258"/>
                  </a:cubicBezTo>
                  <a:cubicBezTo>
                    <a:pt x="1025175" y="5895402"/>
                    <a:pt x="1061736" y="5941129"/>
                    <a:pt x="1097774" y="5987114"/>
                  </a:cubicBezTo>
                  <a:cubicBezTo>
                    <a:pt x="1134860" y="6032326"/>
                    <a:pt x="1171684" y="6077536"/>
                    <a:pt x="1210080" y="6121203"/>
                  </a:cubicBezTo>
                  <a:cubicBezTo>
                    <a:pt x="1286350" y="6209051"/>
                    <a:pt x="1365632" y="6293677"/>
                    <a:pt x="1448192" y="6374054"/>
                  </a:cubicBezTo>
                  <a:cubicBezTo>
                    <a:pt x="1613572" y="6534420"/>
                    <a:pt x="1792057" y="6677526"/>
                    <a:pt x="1982991" y="6796158"/>
                  </a:cubicBezTo>
                  <a:lnTo>
                    <a:pt x="2118475" y="6874714"/>
                  </a:lnTo>
                  <a:lnTo>
                    <a:pt x="1569874" y="6874714"/>
                  </a:lnTo>
                  <a:lnTo>
                    <a:pt x="1507802" y="6817815"/>
                  </a:lnTo>
                  <a:cubicBezTo>
                    <a:pt x="1418412" y="6730595"/>
                    <a:pt x="1334903" y="6638562"/>
                    <a:pt x="1256865" y="6543437"/>
                  </a:cubicBezTo>
                  <a:cubicBezTo>
                    <a:pt x="1179155" y="6447861"/>
                    <a:pt x="1106817" y="6349194"/>
                    <a:pt x="1038410" y="6248722"/>
                  </a:cubicBezTo>
                  <a:cubicBezTo>
                    <a:pt x="969873" y="6148253"/>
                    <a:pt x="905922" y="6045592"/>
                    <a:pt x="845380" y="5941386"/>
                  </a:cubicBezTo>
                  <a:cubicBezTo>
                    <a:pt x="814453" y="5888704"/>
                    <a:pt x="786147" y="5839370"/>
                    <a:pt x="755351" y="5788877"/>
                  </a:cubicBezTo>
                  <a:cubicBezTo>
                    <a:pt x="724817" y="5738771"/>
                    <a:pt x="693760" y="5688665"/>
                    <a:pt x="661784" y="5638944"/>
                  </a:cubicBezTo>
                  <a:lnTo>
                    <a:pt x="466525" y="5340366"/>
                  </a:lnTo>
                  <a:cubicBezTo>
                    <a:pt x="434156" y="5290131"/>
                    <a:pt x="402181" y="5239639"/>
                    <a:pt x="370992" y="5188502"/>
                  </a:cubicBezTo>
                  <a:cubicBezTo>
                    <a:pt x="339803" y="5137364"/>
                    <a:pt x="308876" y="5086099"/>
                    <a:pt x="280046" y="5033287"/>
                  </a:cubicBezTo>
                  <a:cubicBezTo>
                    <a:pt x="222255" y="4928179"/>
                    <a:pt x="169181" y="4819982"/>
                    <a:pt x="126853" y="4707660"/>
                  </a:cubicBezTo>
                  <a:cubicBezTo>
                    <a:pt x="83739" y="4595725"/>
                    <a:pt x="51764" y="4479670"/>
                    <a:pt x="30272" y="4362068"/>
                  </a:cubicBezTo>
                  <a:cubicBezTo>
                    <a:pt x="9698" y="4244466"/>
                    <a:pt x="0" y="4125060"/>
                    <a:pt x="0" y="4005912"/>
                  </a:cubicBezTo>
                  <a:cubicBezTo>
                    <a:pt x="1704" y="3530867"/>
                    <a:pt x="95140" y="3057110"/>
                    <a:pt x="270480" y="2610532"/>
                  </a:cubicBezTo>
                  <a:cubicBezTo>
                    <a:pt x="314511" y="2498984"/>
                    <a:pt x="362212" y="2388466"/>
                    <a:pt x="415942" y="2280526"/>
                  </a:cubicBezTo>
                  <a:cubicBezTo>
                    <a:pt x="468884" y="2172197"/>
                    <a:pt x="527199" y="2066188"/>
                    <a:pt x="590102" y="1962626"/>
                  </a:cubicBezTo>
                  <a:cubicBezTo>
                    <a:pt x="716037" y="1755631"/>
                    <a:pt x="859794" y="1557653"/>
                    <a:pt x="1020719" y="1373070"/>
                  </a:cubicBezTo>
                  <a:cubicBezTo>
                    <a:pt x="1101575" y="1281101"/>
                    <a:pt x="1185969" y="1191838"/>
                    <a:pt x="1275080" y="1107081"/>
                  </a:cubicBezTo>
                  <a:cubicBezTo>
                    <a:pt x="1297227" y="1085699"/>
                    <a:pt x="1319504" y="1064575"/>
                    <a:pt x="1342437" y="1043965"/>
                  </a:cubicBezTo>
                  <a:cubicBezTo>
                    <a:pt x="1365240" y="1023226"/>
                    <a:pt x="1387648" y="1002102"/>
                    <a:pt x="1411106" y="982138"/>
                  </a:cubicBezTo>
                  <a:cubicBezTo>
                    <a:pt x="1457497" y="941563"/>
                    <a:pt x="1505065" y="902276"/>
                    <a:pt x="1553029" y="863376"/>
                  </a:cubicBezTo>
                  <a:cubicBezTo>
                    <a:pt x="1745798" y="708806"/>
                    <a:pt x="1954030" y="571882"/>
                    <a:pt x="2173401" y="454409"/>
                  </a:cubicBezTo>
                  <a:cubicBezTo>
                    <a:pt x="2612013" y="219334"/>
                    <a:pt x="3099505" y="65666"/>
                    <a:pt x="3599708" y="16332"/>
                  </a:cubicBezTo>
                  <a:cubicBezTo>
                    <a:pt x="3724530" y="3966"/>
                    <a:pt x="3850400" y="-1283"/>
                    <a:pt x="3975975" y="26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61023DD2-2E6F-4419-B404-80F08460BE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65276" y="313387"/>
              <a:ext cx="6326724" cy="6561326"/>
            </a:xfrm>
            <a:custGeom>
              <a:avLst/>
              <a:gdLst>
                <a:gd name="connsiteX0" fmla="*/ 6326724 w 6326724"/>
                <a:gd name="connsiteY0" fmla="*/ 5020808 h 6561326"/>
                <a:gd name="connsiteX1" fmla="*/ 6326724 w 6326724"/>
                <a:gd name="connsiteY1" fmla="*/ 5698632 h 6561326"/>
                <a:gd name="connsiteX2" fmla="*/ 6067438 w 6326724"/>
                <a:gd name="connsiteY2" fmla="*/ 5902509 h 6561326"/>
                <a:gd name="connsiteX3" fmla="*/ 5799974 w 6326724"/>
                <a:gd name="connsiteY3" fmla="*/ 6102017 h 6561326"/>
                <a:gd name="connsiteX4" fmla="*/ 5665258 w 6326724"/>
                <a:gd name="connsiteY4" fmla="*/ 6202100 h 6561326"/>
                <a:gd name="connsiteX5" fmla="*/ 5526873 w 6326724"/>
                <a:gd name="connsiteY5" fmla="*/ 6302828 h 6561326"/>
                <a:gd name="connsiteX6" fmla="*/ 5385080 w 6326724"/>
                <a:gd name="connsiteY6" fmla="*/ 6402268 h 6561326"/>
                <a:gd name="connsiteX7" fmla="*/ 5238833 w 6326724"/>
                <a:gd name="connsiteY7" fmla="*/ 6498875 h 6561326"/>
                <a:gd name="connsiteX8" fmla="*/ 5138040 w 6326724"/>
                <a:gd name="connsiteY8" fmla="*/ 6561326 h 6561326"/>
                <a:gd name="connsiteX9" fmla="*/ 3946072 w 6326724"/>
                <a:gd name="connsiteY9" fmla="*/ 6561326 h 6561326"/>
                <a:gd name="connsiteX10" fmla="*/ 3976009 w 6326724"/>
                <a:gd name="connsiteY10" fmla="*/ 6555242 h 6561326"/>
                <a:gd name="connsiteX11" fmla="*/ 4404855 w 6326724"/>
                <a:gd name="connsiteY11" fmla="*/ 6399048 h 6561326"/>
                <a:gd name="connsiteX12" fmla="*/ 4938868 w 6326724"/>
                <a:gd name="connsiteY12" fmla="*/ 6072132 h 6561326"/>
                <a:gd name="connsiteX13" fmla="*/ 5068342 w 6326724"/>
                <a:gd name="connsiteY13" fmla="*/ 5976042 h 6561326"/>
                <a:gd name="connsiteX14" fmla="*/ 5197816 w 6326724"/>
                <a:gd name="connsiteY14" fmla="*/ 5876730 h 6561326"/>
                <a:gd name="connsiteX15" fmla="*/ 5460039 w 6326724"/>
                <a:gd name="connsiteY15" fmla="*/ 5670637 h 6561326"/>
                <a:gd name="connsiteX16" fmla="*/ 5999033 w 6326724"/>
                <a:gd name="connsiteY16" fmla="*/ 5271718 h 6561326"/>
                <a:gd name="connsiteX17" fmla="*/ 6258766 w 6326724"/>
                <a:gd name="connsiteY17" fmla="*/ 5077603 h 6561326"/>
                <a:gd name="connsiteX18" fmla="*/ 4139342 w 6326724"/>
                <a:gd name="connsiteY18" fmla="*/ 440 h 6561326"/>
                <a:gd name="connsiteX19" fmla="*/ 4315744 w 6326724"/>
                <a:gd name="connsiteY19" fmla="*/ 6808 h 6561326"/>
                <a:gd name="connsiteX20" fmla="*/ 5015400 w 6326724"/>
                <a:gd name="connsiteY20" fmla="*/ 113591 h 6561326"/>
                <a:gd name="connsiteX21" fmla="*/ 5681114 w 6326724"/>
                <a:gd name="connsiteY21" fmla="*/ 361418 h 6561326"/>
                <a:gd name="connsiteX22" fmla="*/ 6270952 w 6326724"/>
                <a:gd name="connsiteY22" fmla="*/ 755441 h 6561326"/>
                <a:gd name="connsiteX23" fmla="*/ 6326724 w 6326724"/>
                <a:gd name="connsiteY23" fmla="*/ 807432 h 6561326"/>
                <a:gd name="connsiteX24" fmla="*/ 6326724 w 6326724"/>
                <a:gd name="connsiteY24" fmla="*/ 1231565 h 6561326"/>
                <a:gd name="connsiteX25" fmla="*/ 6302093 w 6326724"/>
                <a:gd name="connsiteY25" fmla="*/ 1203002 h 6561326"/>
                <a:gd name="connsiteX26" fmla="*/ 6066914 w 6326724"/>
                <a:gd name="connsiteY26" fmla="*/ 989616 h 6561326"/>
                <a:gd name="connsiteX27" fmla="*/ 5533688 w 6326724"/>
                <a:gd name="connsiteY27" fmla="*/ 647242 h 6561326"/>
                <a:gd name="connsiteX28" fmla="*/ 4933626 w 6326724"/>
                <a:gd name="connsiteY28" fmla="*/ 432262 h 6561326"/>
                <a:gd name="connsiteX29" fmla="*/ 4296873 w 6326724"/>
                <a:gd name="connsiteY29" fmla="*/ 343126 h 6561326"/>
                <a:gd name="connsiteX30" fmla="*/ 3651602 w 6326724"/>
                <a:gd name="connsiteY30" fmla="*/ 365797 h 6561326"/>
                <a:gd name="connsiteX31" fmla="*/ 3018256 w 6326724"/>
                <a:gd name="connsiteY31" fmla="*/ 496666 h 6561326"/>
                <a:gd name="connsiteX32" fmla="*/ 2412429 w 6326724"/>
                <a:gd name="connsiteY32" fmla="*/ 724399 h 6561326"/>
                <a:gd name="connsiteX33" fmla="*/ 1329857 w 6326724"/>
                <a:gd name="connsiteY33" fmla="*/ 1424086 h 6561326"/>
                <a:gd name="connsiteX34" fmla="*/ 887314 w 6326724"/>
                <a:gd name="connsiteY34" fmla="*/ 1891015 h 6561326"/>
                <a:gd name="connsiteX35" fmla="*/ 537420 w 6326724"/>
                <a:gd name="connsiteY35" fmla="*/ 2427245 h 6561326"/>
                <a:gd name="connsiteX36" fmla="*/ 299965 w 6326724"/>
                <a:gd name="connsiteY36" fmla="*/ 3020021 h 6561326"/>
                <a:gd name="connsiteX37" fmla="*/ 213606 w 6326724"/>
                <a:gd name="connsiteY37" fmla="*/ 3651953 h 6561326"/>
                <a:gd name="connsiteX38" fmla="*/ 250036 w 6326724"/>
                <a:gd name="connsiteY38" fmla="*/ 3961352 h 6561326"/>
                <a:gd name="connsiteX39" fmla="*/ 357625 w 6326724"/>
                <a:gd name="connsiteY39" fmla="*/ 4250783 h 6561326"/>
                <a:gd name="connsiteX40" fmla="*/ 432715 w 6326724"/>
                <a:gd name="connsiteY40" fmla="*/ 4387063 h 6561326"/>
                <a:gd name="connsiteX41" fmla="*/ 518943 w 6326724"/>
                <a:gd name="connsiteY41" fmla="*/ 4518962 h 6561326"/>
                <a:gd name="connsiteX42" fmla="*/ 718133 w 6326724"/>
                <a:gd name="connsiteY42" fmla="*/ 4773874 h 6561326"/>
                <a:gd name="connsiteX43" fmla="*/ 933704 w 6326724"/>
                <a:gd name="connsiteY43" fmla="*/ 5030717 h 6561326"/>
                <a:gd name="connsiteX44" fmla="*/ 1040900 w 6326724"/>
                <a:gd name="connsiteY44" fmla="*/ 5164806 h 6561326"/>
                <a:gd name="connsiteX45" fmla="*/ 1092401 w 6326724"/>
                <a:gd name="connsiteY45" fmla="*/ 5230628 h 6561326"/>
                <a:gd name="connsiteX46" fmla="*/ 1142854 w 6326724"/>
                <a:gd name="connsiteY46" fmla="*/ 5293615 h 6561326"/>
                <a:gd name="connsiteX47" fmla="*/ 1576354 w 6326724"/>
                <a:gd name="connsiteY47" fmla="*/ 5759128 h 6561326"/>
                <a:gd name="connsiteX48" fmla="*/ 1806865 w 6326724"/>
                <a:gd name="connsiteY48" fmla="*/ 5968571 h 6561326"/>
                <a:gd name="connsiteX49" fmla="*/ 2048253 w 6326724"/>
                <a:gd name="connsiteY49" fmla="*/ 6161654 h 6561326"/>
                <a:gd name="connsiteX50" fmla="*/ 2587506 w 6326724"/>
                <a:gd name="connsiteY50" fmla="*/ 6467059 h 6561326"/>
                <a:gd name="connsiteX51" fmla="*/ 2889176 w 6326724"/>
                <a:gd name="connsiteY51" fmla="*/ 6553360 h 6561326"/>
                <a:gd name="connsiteX52" fmla="*/ 2929698 w 6326724"/>
                <a:gd name="connsiteY52" fmla="*/ 6561326 h 6561326"/>
                <a:gd name="connsiteX53" fmla="*/ 1816374 w 6326724"/>
                <a:gd name="connsiteY53" fmla="*/ 6561326 h 6561326"/>
                <a:gd name="connsiteX54" fmla="*/ 1787601 w 6326724"/>
                <a:gd name="connsiteY54" fmla="*/ 6545761 h 6561326"/>
                <a:gd name="connsiteX55" fmla="*/ 1225544 w 6326724"/>
                <a:gd name="connsiteY55" fmla="*/ 6094158 h 6561326"/>
                <a:gd name="connsiteX56" fmla="*/ 997654 w 6326724"/>
                <a:gd name="connsiteY56" fmla="*/ 5822374 h 6561326"/>
                <a:gd name="connsiteX57" fmla="*/ 798596 w 6326724"/>
                <a:gd name="connsiteY57" fmla="*/ 5534615 h 6561326"/>
                <a:gd name="connsiteX58" fmla="*/ 752075 w 6326724"/>
                <a:gd name="connsiteY58" fmla="*/ 5461324 h 6561326"/>
                <a:gd name="connsiteX59" fmla="*/ 707650 w 6326724"/>
                <a:gd name="connsiteY59" fmla="*/ 5390221 h 6561326"/>
                <a:gd name="connsiteX60" fmla="*/ 619980 w 6326724"/>
                <a:gd name="connsiteY60" fmla="*/ 5252396 h 6561326"/>
                <a:gd name="connsiteX61" fmla="*/ 438349 w 6326724"/>
                <a:gd name="connsiteY61" fmla="*/ 4970822 h 6561326"/>
                <a:gd name="connsiteX62" fmla="*/ 261044 w 6326724"/>
                <a:gd name="connsiteY62" fmla="*/ 4673145 h 6561326"/>
                <a:gd name="connsiteX63" fmla="*/ 181107 w 6326724"/>
                <a:gd name="connsiteY63" fmla="*/ 4515356 h 6561326"/>
                <a:gd name="connsiteX64" fmla="*/ 113224 w 6326724"/>
                <a:gd name="connsiteY64" fmla="*/ 4350223 h 6561326"/>
                <a:gd name="connsiteX65" fmla="*/ 61199 w 6326724"/>
                <a:gd name="connsiteY65" fmla="*/ 4178908 h 6561326"/>
                <a:gd name="connsiteX66" fmla="*/ 41804 w 6326724"/>
                <a:gd name="connsiteY66" fmla="*/ 4091577 h 6561326"/>
                <a:gd name="connsiteX67" fmla="*/ 33287 w 6326724"/>
                <a:gd name="connsiteY67" fmla="*/ 4047781 h 6561326"/>
                <a:gd name="connsiteX68" fmla="*/ 26209 w 6326724"/>
                <a:gd name="connsiteY68" fmla="*/ 4003858 h 6561326"/>
                <a:gd name="connsiteX69" fmla="*/ 0 w 6326724"/>
                <a:gd name="connsiteY69" fmla="*/ 3651953 h 6561326"/>
                <a:gd name="connsiteX70" fmla="*/ 72731 w 6326724"/>
                <a:gd name="connsiteY70" fmla="*/ 2966307 h 6561326"/>
                <a:gd name="connsiteX71" fmla="*/ 291316 w 6326724"/>
                <a:gd name="connsiteY71" fmla="*/ 2309385 h 6561326"/>
                <a:gd name="connsiteX72" fmla="*/ 1110878 w 6326724"/>
                <a:gd name="connsiteY72" fmla="*/ 1193776 h 6561326"/>
                <a:gd name="connsiteX73" fmla="*/ 1654327 w 6326724"/>
                <a:gd name="connsiteY73" fmla="*/ 756730 h 6561326"/>
                <a:gd name="connsiteX74" fmla="*/ 2261727 w 6326724"/>
                <a:gd name="connsiteY74" fmla="*/ 409720 h 6561326"/>
                <a:gd name="connsiteX75" fmla="*/ 3610060 w 6326724"/>
                <a:gd name="connsiteY75" fmla="*/ 27032 h 6561326"/>
                <a:gd name="connsiteX76" fmla="*/ 4139342 w 6326724"/>
                <a:gd name="connsiteY76" fmla="*/ 440 h 65613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6326724" h="6561326">
                  <a:moveTo>
                    <a:pt x="6326724" y="5020808"/>
                  </a:moveTo>
                  <a:lnTo>
                    <a:pt x="6326724" y="5698632"/>
                  </a:lnTo>
                  <a:lnTo>
                    <a:pt x="6067438" y="5902509"/>
                  </a:lnTo>
                  <a:cubicBezTo>
                    <a:pt x="5977868" y="5970407"/>
                    <a:pt x="5888364" y="6036453"/>
                    <a:pt x="5799974" y="6102017"/>
                  </a:cubicBezTo>
                  <a:lnTo>
                    <a:pt x="5665258" y="6202100"/>
                  </a:lnTo>
                  <a:cubicBezTo>
                    <a:pt x="5619654" y="6235719"/>
                    <a:pt x="5573656" y="6269596"/>
                    <a:pt x="5526873" y="6302828"/>
                  </a:cubicBezTo>
                  <a:cubicBezTo>
                    <a:pt x="5480220" y="6336189"/>
                    <a:pt x="5433044" y="6369423"/>
                    <a:pt x="5385080" y="6402268"/>
                  </a:cubicBezTo>
                  <a:cubicBezTo>
                    <a:pt x="5336988" y="6434857"/>
                    <a:pt x="5288500" y="6467187"/>
                    <a:pt x="5238833" y="6498875"/>
                  </a:cubicBezTo>
                  <a:lnTo>
                    <a:pt x="5138040" y="6561326"/>
                  </a:lnTo>
                  <a:lnTo>
                    <a:pt x="3946072" y="6561326"/>
                  </a:lnTo>
                  <a:lnTo>
                    <a:pt x="3976009" y="6555242"/>
                  </a:lnTo>
                  <a:cubicBezTo>
                    <a:pt x="4123712" y="6519227"/>
                    <a:pt x="4266863" y="6466383"/>
                    <a:pt x="4404855" y="6399048"/>
                  </a:cubicBezTo>
                  <a:cubicBezTo>
                    <a:pt x="4589500" y="6310299"/>
                    <a:pt x="4765232" y="6196690"/>
                    <a:pt x="4938868" y="6072132"/>
                  </a:cubicBezTo>
                  <a:cubicBezTo>
                    <a:pt x="4982245" y="6041089"/>
                    <a:pt x="5025359" y="6008630"/>
                    <a:pt x="5068342" y="5976042"/>
                  </a:cubicBezTo>
                  <a:cubicBezTo>
                    <a:pt x="5111588" y="5943453"/>
                    <a:pt x="5154702" y="5910349"/>
                    <a:pt x="5197816" y="5876730"/>
                  </a:cubicBezTo>
                  <a:lnTo>
                    <a:pt x="5460039" y="5670637"/>
                  </a:lnTo>
                  <a:cubicBezTo>
                    <a:pt x="5639966" y="5530365"/>
                    <a:pt x="5821596" y="5399753"/>
                    <a:pt x="5999033" y="5271718"/>
                  </a:cubicBezTo>
                  <a:cubicBezTo>
                    <a:pt x="6087686" y="5207700"/>
                    <a:pt x="6174667" y="5143360"/>
                    <a:pt x="6258766" y="5077603"/>
                  </a:cubicBezTo>
                  <a:close/>
                  <a:moveTo>
                    <a:pt x="4139342" y="440"/>
                  </a:moveTo>
                  <a:cubicBezTo>
                    <a:pt x="4198237" y="1301"/>
                    <a:pt x="4257068" y="3427"/>
                    <a:pt x="4315744" y="6808"/>
                  </a:cubicBezTo>
                  <a:cubicBezTo>
                    <a:pt x="4550841" y="20849"/>
                    <a:pt x="4785806" y="55240"/>
                    <a:pt x="5015400" y="113591"/>
                  </a:cubicBezTo>
                  <a:cubicBezTo>
                    <a:pt x="5244992" y="171812"/>
                    <a:pt x="5469212" y="254249"/>
                    <a:pt x="5681114" y="361418"/>
                  </a:cubicBezTo>
                  <a:cubicBezTo>
                    <a:pt x="5892754" y="468586"/>
                    <a:pt x="6093124" y="599584"/>
                    <a:pt x="6270952" y="755441"/>
                  </a:cubicBezTo>
                  <a:lnTo>
                    <a:pt x="6326724" y="807432"/>
                  </a:lnTo>
                  <a:lnTo>
                    <a:pt x="6326724" y="1231565"/>
                  </a:lnTo>
                  <a:lnTo>
                    <a:pt x="6302093" y="1203002"/>
                  </a:lnTo>
                  <a:cubicBezTo>
                    <a:pt x="6227937" y="1127247"/>
                    <a:pt x="6149211" y="1056081"/>
                    <a:pt x="6066914" y="989616"/>
                  </a:cubicBezTo>
                  <a:cubicBezTo>
                    <a:pt x="5902714" y="856299"/>
                    <a:pt x="5724360" y="740371"/>
                    <a:pt x="5533688" y="647242"/>
                  </a:cubicBezTo>
                  <a:cubicBezTo>
                    <a:pt x="5343146" y="553857"/>
                    <a:pt x="5141466" y="482239"/>
                    <a:pt x="4933626" y="432262"/>
                  </a:cubicBezTo>
                  <a:cubicBezTo>
                    <a:pt x="4725788" y="382156"/>
                    <a:pt x="4512182" y="353303"/>
                    <a:pt x="4296873" y="343126"/>
                  </a:cubicBezTo>
                  <a:cubicBezTo>
                    <a:pt x="4081172" y="332435"/>
                    <a:pt x="3865732" y="339520"/>
                    <a:pt x="3651602" y="365797"/>
                  </a:cubicBezTo>
                  <a:cubicBezTo>
                    <a:pt x="3437604" y="392202"/>
                    <a:pt x="3225572" y="436384"/>
                    <a:pt x="3018256" y="496666"/>
                  </a:cubicBezTo>
                  <a:cubicBezTo>
                    <a:pt x="2810809" y="556691"/>
                    <a:pt x="2608474" y="634362"/>
                    <a:pt x="2412429" y="724399"/>
                  </a:cubicBezTo>
                  <a:cubicBezTo>
                    <a:pt x="2019160" y="902541"/>
                    <a:pt x="1651969" y="1138775"/>
                    <a:pt x="1329857" y="1424086"/>
                  </a:cubicBezTo>
                  <a:cubicBezTo>
                    <a:pt x="1169326" y="1567192"/>
                    <a:pt x="1020588" y="1723307"/>
                    <a:pt x="887314" y="1891015"/>
                  </a:cubicBezTo>
                  <a:cubicBezTo>
                    <a:pt x="753778" y="2058466"/>
                    <a:pt x="635967" y="2238026"/>
                    <a:pt x="537420" y="2427245"/>
                  </a:cubicBezTo>
                  <a:cubicBezTo>
                    <a:pt x="438874" y="2616335"/>
                    <a:pt x="356839" y="2814313"/>
                    <a:pt x="299965" y="3020021"/>
                  </a:cubicBezTo>
                  <a:cubicBezTo>
                    <a:pt x="242961" y="3225212"/>
                    <a:pt x="213474" y="3438518"/>
                    <a:pt x="213606" y="3651953"/>
                  </a:cubicBezTo>
                  <a:cubicBezTo>
                    <a:pt x="214785" y="3756804"/>
                    <a:pt x="225269" y="3860881"/>
                    <a:pt x="250036" y="3961352"/>
                  </a:cubicBezTo>
                  <a:cubicBezTo>
                    <a:pt x="274412" y="4061950"/>
                    <a:pt x="312284" y="4158171"/>
                    <a:pt x="357625" y="4250783"/>
                  </a:cubicBezTo>
                  <a:cubicBezTo>
                    <a:pt x="380558" y="4297025"/>
                    <a:pt x="405982" y="4342366"/>
                    <a:pt x="432715" y="4387063"/>
                  </a:cubicBezTo>
                  <a:cubicBezTo>
                    <a:pt x="459841" y="4431630"/>
                    <a:pt x="488803" y="4475554"/>
                    <a:pt x="518943" y="4518962"/>
                  </a:cubicBezTo>
                  <a:cubicBezTo>
                    <a:pt x="580011" y="4605521"/>
                    <a:pt x="647893" y="4689504"/>
                    <a:pt x="718133" y="4773874"/>
                  </a:cubicBezTo>
                  <a:cubicBezTo>
                    <a:pt x="788374" y="4858372"/>
                    <a:pt x="861760" y="4942871"/>
                    <a:pt x="933704" y="5030717"/>
                  </a:cubicBezTo>
                  <a:cubicBezTo>
                    <a:pt x="969742" y="5074512"/>
                    <a:pt x="1005387" y="5119337"/>
                    <a:pt x="1040900" y="5164806"/>
                  </a:cubicBezTo>
                  <a:lnTo>
                    <a:pt x="1092401" y="5230628"/>
                  </a:lnTo>
                  <a:cubicBezTo>
                    <a:pt x="1109306" y="5251624"/>
                    <a:pt x="1125425" y="5273135"/>
                    <a:pt x="1142854" y="5293615"/>
                  </a:cubicBezTo>
                  <a:cubicBezTo>
                    <a:pt x="1278880" y="5460293"/>
                    <a:pt x="1426438" y="5613704"/>
                    <a:pt x="1576354" y="5759128"/>
                  </a:cubicBezTo>
                  <a:cubicBezTo>
                    <a:pt x="1651706" y="5831519"/>
                    <a:pt x="1728368" y="5901461"/>
                    <a:pt x="1806865" y="5968571"/>
                  </a:cubicBezTo>
                  <a:cubicBezTo>
                    <a:pt x="1885362" y="6035680"/>
                    <a:pt x="1965299" y="6100599"/>
                    <a:pt x="2048253" y="6161654"/>
                  </a:cubicBezTo>
                  <a:cubicBezTo>
                    <a:pt x="2213502" y="6284022"/>
                    <a:pt x="2391724" y="6393380"/>
                    <a:pt x="2587506" y="6467059"/>
                  </a:cubicBezTo>
                  <a:cubicBezTo>
                    <a:pt x="2685137" y="6503898"/>
                    <a:pt x="2786304" y="6532106"/>
                    <a:pt x="2889176" y="6553360"/>
                  </a:cubicBezTo>
                  <a:lnTo>
                    <a:pt x="2929698" y="6561326"/>
                  </a:lnTo>
                  <a:lnTo>
                    <a:pt x="1816374" y="6561326"/>
                  </a:lnTo>
                  <a:lnTo>
                    <a:pt x="1787601" y="6545761"/>
                  </a:lnTo>
                  <a:cubicBezTo>
                    <a:pt x="1577272" y="6422749"/>
                    <a:pt x="1389483" y="6266761"/>
                    <a:pt x="1225544" y="6094158"/>
                  </a:cubicBezTo>
                  <a:cubicBezTo>
                    <a:pt x="1143116" y="6007986"/>
                    <a:pt x="1068158" y="5916274"/>
                    <a:pt x="997654" y="5822374"/>
                  </a:cubicBezTo>
                  <a:cubicBezTo>
                    <a:pt x="927546" y="5728086"/>
                    <a:pt x="860842" y="5632381"/>
                    <a:pt x="798596" y="5534615"/>
                  </a:cubicBezTo>
                  <a:cubicBezTo>
                    <a:pt x="782608" y="5510399"/>
                    <a:pt x="767537" y="5485797"/>
                    <a:pt x="752075" y="5461324"/>
                  </a:cubicBezTo>
                  <a:lnTo>
                    <a:pt x="707650" y="5390221"/>
                  </a:lnTo>
                  <a:cubicBezTo>
                    <a:pt x="679213" y="5344237"/>
                    <a:pt x="649728" y="5298638"/>
                    <a:pt x="619980" y="5252396"/>
                  </a:cubicBezTo>
                  <a:lnTo>
                    <a:pt x="438349" y="4970822"/>
                  </a:lnTo>
                  <a:cubicBezTo>
                    <a:pt x="377413" y="4874860"/>
                    <a:pt x="317263" y="4776064"/>
                    <a:pt x="261044" y="4673145"/>
                  </a:cubicBezTo>
                  <a:cubicBezTo>
                    <a:pt x="233000" y="4621622"/>
                    <a:pt x="205874" y="4569197"/>
                    <a:pt x="181107" y="4515356"/>
                  </a:cubicBezTo>
                  <a:cubicBezTo>
                    <a:pt x="156470" y="4461385"/>
                    <a:pt x="133537" y="4406385"/>
                    <a:pt x="113224" y="4350223"/>
                  </a:cubicBezTo>
                  <a:cubicBezTo>
                    <a:pt x="93305" y="4293934"/>
                    <a:pt x="75614" y="4236872"/>
                    <a:pt x="61199" y="4178908"/>
                  </a:cubicBezTo>
                  <a:cubicBezTo>
                    <a:pt x="54385" y="4149927"/>
                    <a:pt x="47440" y="4120815"/>
                    <a:pt x="41804" y="4091577"/>
                  </a:cubicBezTo>
                  <a:lnTo>
                    <a:pt x="33287" y="4047781"/>
                  </a:lnTo>
                  <a:lnTo>
                    <a:pt x="26209" y="4003858"/>
                  </a:lnTo>
                  <a:cubicBezTo>
                    <a:pt x="7732" y="3886643"/>
                    <a:pt x="0" y="3768783"/>
                    <a:pt x="0" y="3651953"/>
                  </a:cubicBezTo>
                  <a:cubicBezTo>
                    <a:pt x="524" y="3422031"/>
                    <a:pt x="25030" y="3192109"/>
                    <a:pt x="72731" y="2966307"/>
                  </a:cubicBezTo>
                  <a:cubicBezTo>
                    <a:pt x="120301" y="2740634"/>
                    <a:pt x="193163" y="2519343"/>
                    <a:pt x="291316" y="2309385"/>
                  </a:cubicBezTo>
                  <a:cubicBezTo>
                    <a:pt x="488540" y="1889469"/>
                    <a:pt x="774352" y="1513736"/>
                    <a:pt x="1110878" y="1193776"/>
                  </a:cubicBezTo>
                  <a:cubicBezTo>
                    <a:pt x="1279535" y="1033797"/>
                    <a:pt x="1461821" y="887856"/>
                    <a:pt x="1654327" y="756730"/>
                  </a:cubicBezTo>
                  <a:cubicBezTo>
                    <a:pt x="1847096" y="625732"/>
                    <a:pt x="2049956" y="509031"/>
                    <a:pt x="2261727" y="409720"/>
                  </a:cubicBezTo>
                  <a:cubicBezTo>
                    <a:pt x="2685792" y="212515"/>
                    <a:pt x="3142357" y="82162"/>
                    <a:pt x="3610060" y="27032"/>
                  </a:cubicBezTo>
                  <a:cubicBezTo>
                    <a:pt x="3785399" y="6647"/>
                    <a:pt x="3962657" y="-2144"/>
                    <a:pt x="4139342" y="44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BC4A6C98-F96E-4587-B01F-A9B01BBF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1866928 h 6521594"/>
                <a:gd name="connsiteX4" fmla="*/ 6212358 w 6321679"/>
                <a:gd name="connsiteY4" fmla="*/ 1689281 h 6521594"/>
                <a:gd name="connsiteX5" fmla="*/ 6049880 w 6321679"/>
                <a:gd name="connsiteY5" fmla="*/ 1477173 h 6521594"/>
                <a:gd name="connsiteX6" fmla="*/ 5248663 w 6321679"/>
                <a:gd name="connsiteY6" fmla="*/ 869327 h 6521594"/>
                <a:gd name="connsiteX7" fmla="*/ 4150102 w 6321679"/>
                <a:gd name="connsiteY7" fmla="*/ 644042 h 6521594"/>
                <a:gd name="connsiteX8" fmla="*/ 2867946 w 6321679"/>
                <a:gd name="connsiteY8" fmla="*/ 886459 h 6521594"/>
                <a:gd name="connsiteX9" fmla="*/ 1728892 w 6321679"/>
                <a:gd name="connsiteY9" fmla="*/ 1552397 h 6521594"/>
                <a:gd name="connsiteX10" fmla="*/ 941043 w 6321679"/>
                <a:gd name="connsiteY10" fmla="*/ 2512664 h 6521594"/>
                <a:gd name="connsiteX11" fmla="*/ 655362 w 6321679"/>
                <a:gd name="connsiteY11" fmla="*/ 3630204 h 6521594"/>
                <a:gd name="connsiteX12" fmla="*/ 1128177 w 6321679"/>
                <a:gd name="connsiteY12" fmla="*/ 4667883 h 6521594"/>
                <a:gd name="connsiteX13" fmla="*/ 1366419 w 6321679"/>
                <a:gd name="connsiteY13" fmla="*/ 4997246 h 6521594"/>
                <a:gd name="connsiteX14" fmla="*/ 3601937 w 6321679"/>
                <a:gd name="connsiteY14" fmla="*/ 6284685 h 6521594"/>
                <a:gd name="connsiteX15" fmla="*/ 5298985 w 6321679"/>
                <a:gd name="connsiteY15" fmla="*/ 5492643 h 6521594"/>
                <a:gd name="connsiteX16" fmla="*/ 5505513 w 6321679"/>
                <a:gd name="connsiteY16" fmla="*/ 5335367 h 6521594"/>
                <a:gd name="connsiteX17" fmla="*/ 6252618 w 6321679"/>
                <a:gd name="connsiteY17" fmla="*/ 4722492 h 6521594"/>
                <a:gd name="connsiteX18" fmla="*/ 6321679 w 6321679"/>
                <a:gd name="connsiteY18" fmla="*/ 4651477 h 6521594"/>
                <a:gd name="connsiteX19" fmla="*/ 6321679 w 6321679"/>
                <a:gd name="connsiteY19" fmla="*/ 5523097 h 6521594"/>
                <a:gd name="connsiteX20" fmla="*/ 6024428 w 6321679"/>
                <a:gd name="connsiteY20" fmla="*/ 5754969 h 6521594"/>
                <a:gd name="connsiteX21" fmla="*/ 5702345 w 6321679"/>
                <a:gd name="connsiteY21" fmla="*/ 6000018 h 6521594"/>
                <a:gd name="connsiteX22" fmla="*/ 4988380 w 6321679"/>
                <a:gd name="connsiteY22" fmla="*/ 6506549 h 6521594"/>
                <a:gd name="connsiteX23" fmla="*/ 4961490 w 6321679"/>
                <a:gd name="connsiteY23" fmla="*/ 6521594 h 6521594"/>
                <a:gd name="connsiteX24" fmla="*/ 2011326 w 6321679"/>
                <a:gd name="connsiteY24" fmla="*/ 6521594 h 6521594"/>
                <a:gd name="connsiteX25" fmla="*/ 1982893 w 6321679"/>
                <a:gd name="connsiteY25" fmla="*/ 6505768 h 6521594"/>
                <a:gd name="connsiteX26" fmla="*/ 824149 w 6321679"/>
                <a:gd name="connsiteY26" fmla="*/ 5358682 h 6521594"/>
                <a:gd name="connsiteX27" fmla="*/ 0 w 6321679"/>
                <a:gd name="connsiteY27" fmla="*/ 3630075 h 6521594"/>
                <a:gd name="connsiteX28" fmla="*/ 4150102 w 6321679"/>
                <a:gd name="connsiteY28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1866928"/>
                  </a:lnTo>
                  <a:lnTo>
                    <a:pt x="6212358" y="1689281"/>
                  </a:lnTo>
                  <a:cubicBezTo>
                    <a:pt x="6161484" y="1615222"/>
                    <a:pt x="6107295" y="1544427"/>
                    <a:pt x="6049880" y="1477173"/>
                  </a:cubicBezTo>
                  <a:cubicBezTo>
                    <a:pt x="5825135" y="1214018"/>
                    <a:pt x="5555573" y="1009470"/>
                    <a:pt x="5248663" y="869327"/>
                  </a:cubicBezTo>
                  <a:cubicBezTo>
                    <a:pt x="4921178" y="719909"/>
                    <a:pt x="4551627" y="644042"/>
                    <a:pt x="4150102" y="644042"/>
                  </a:cubicBezTo>
                  <a:cubicBezTo>
                    <a:pt x="3724203" y="644042"/>
                    <a:pt x="3292799" y="725448"/>
                    <a:pt x="2867946" y="886459"/>
                  </a:cubicBezTo>
                  <a:cubicBezTo>
                    <a:pt x="2454234" y="1042832"/>
                    <a:pt x="2060440" y="1273141"/>
                    <a:pt x="1728892" y="1552397"/>
                  </a:cubicBezTo>
                  <a:cubicBezTo>
                    <a:pt x="1391580" y="1836419"/>
                    <a:pt x="1126473" y="2159600"/>
                    <a:pt x="941043" y="2512664"/>
                  </a:cubicBezTo>
                  <a:cubicBezTo>
                    <a:pt x="751551" y="2873583"/>
                    <a:pt x="655362" y="3249575"/>
                    <a:pt x="655362" y="3630204"/>
                  </a:cubicBezTo>
                  <a:cubicBezTo>
                    <a:pt x="655362" y="4013537"/>
                    <a:pt x="808817" y="4237405"/>
                    <a:pt x="1128177" y="4667883"/>
                  </a:cubicBezTo>
                  <a:cubicBezTo>
                    <a:pt x="1205232" y="4771702"/>
                    <a:pt x="1284908" y="4879129"/>
                    <a:pt x="1366419" y="4997246"/>
                  </a:cubicBezTo>
                  <a:cubicBezTo>
                    <a:pt x="1989282" y="5899677"/>
                    <a:pt x="2657880" y="6284685"/>
                    <a:pt x="3601937" y="6284685"/>
                  </a:cubicBezTo>
                  <a:cubicBezTo>
                    <a:pt x="4221523" y="6284685"/>
                    <a:pt x="4676122" y="5971036"/>
                    <a:pt x="5298985" y="5492643"/>
                  </a:cubicBezTo>
                  <a:cubicBezTo>
                    <a:pt x="5368571" y="5439187"/>
                    <a:pt x="5438156" y="5386375"/>
                    <a:pt x="5505513" y="5335367"/>
                  </a:cubicBezTo>
                  <a:cubicBezTo>
                    <a:pt x="5779335" y="5127761"/>
                    <a:pt x="6041730" y="4928776"/>
                    <a:pt x="6252618" y="4722492"/>
                  </a:cubicBezTo>
                  <a:lnTo>
                    <a:pt x="6321679" y="4651477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Freeform: Shape 47">
              <a:extLst>
                <a:ext uri="{FF2B5EF4-FFF2-40B4-BE49-F238E27FC236}">
                  <a16:creationId xmlns:a16="http://schemas.microsoft.com/office/drawing/2014/main" id="{A66409EC-9CC3-482A-A4A5-54ED092B3F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870322" y="353119"/>
              <a:ext cx="6321679" cy="6521594"/>
            </a:xfrm>
            <a:custGeom>
              <a:avLst/>
              <a:gdLst>
                <a:gd name="connsiteX0" fmla="*/ 4150102 w 6321679"/>
                <a:gd name="connsiteY0" fmla="*/ 0 h 6521594"/>
                <a:gd name="connsiteX1" fmla="*/ 6083891 w 6321679"/>
                <a:gd name="connsiteY1" fmla="*/ 619943 h 6521594"/>
                <a:gd name="connsiteX2" fmla="*/ 6321679 w 6321679"/>
                <a:gd name="connsiteY2" fmla="*/ 822247 h 6521594"/>
                <a:gd name="connsiteX3" fmla="*/ 6321679 w 6321679"/>
                <a:gd name="connsiteY3" fmla="*/ 2150195 h 6521594"/>
                <a:gd name="connsiteX4" fmla="*/ 6241288 w 6321679"/>
                <a:gd name="connsiteY4" fmla="*/ 1985338 h 6521594"/>
                <a:gd name="connsiteX5" fmla="*/ 5949367 w 6321679"/>
                <a:gd name="connsiteY5" fmla="*/ 1559997 h 6521594"/>
                <a:gd name="connsiteX6" fmla="*/ 5193362 w 6321679"/>
                <a:gd name="connsiteY6" fmla="*/ 986156 h 6521594"/>
                <a:gd name="connsiteX7" fmla="*/ 4150102 w 6321679"/>
                <a:gd name="connsiteY7" fmla="*/ 772850 h 6521594"/>
                <a:gd name="connsiteX8" fmla="*/ 2914861 w 6321679"/>
                <a:gd name="connsiteY8" fmla="*/ 1006637 h 6521594"/>
                <a:gd name="connsiteX9" fmla="*/ 1814073 w 6321679"/>
                <a:gd name="connsiteY9" fmla="*/ 1650163 h 6521594"/>
                <a:gd name="connsiteX10" fmla="*/ 1057412 w 6321679"/>
                <a:gd name="connsiteY10" fmla="*/ 2571657 h 6521594"/>
                <a:gd name="connsiteX11" fmla="*/ 786277 w 6321679"/>
                <a:gd name="connsiteY11" fmla="*/ 3630204 h 6521594"/>
                <a:gd name="connsiteX12" fmla="*/ 1233931 w 6321679"/>
                <a:gd name="connsiteY12" fmla="*/ 4592016 h 6521594"/>
                <a:gd name="connsiteX13" fmla="*/ 1474795 w 6321679"/>
                <a:gd name="connsiteY13" fmla="*/ 4924985 h 6521594"/>
                <a:gd name="connsiteX14" fmla="*/ 2393691 w 6321679"/>
                <a:gd name="connsiteY14" fmla="*/ 5846995 h 6521594"/>
                <a:gd name="connsiteX15" fmla="*/ 3601805 w 6321679"/>
                <a:gd name="connsiteY15" fmla="*/ 6155876 h 6521594"/>
                <a:gd name="connsiteX16" fmla="*/ 4378909 w 6321679"/>
                <a:gd name="connsiteY16" fmla="*/ 5959186 h 6521594"/>
                <a:gd name="connsiteX17" fmla="*/ 5218129 w 6321679"/>
                <a:gd name="connsiteY17" fmla="*/ 5391271 h 6521594"/>
                <a:gd name="connsiteX18" fmla="*/ 5425313 w 6321679"/>
                <a:gd name="connsiteY18" fmla="*/ 5233481 h 6521594"/>
                <a:gd name="connsiteX19" fmla="*/ 6254366 w 6321679"/>
                <a:gd name="connsiteY19" fmla="*/ 4534301 h 6521594"/>
                <a:gd name="connsiteX20" fmla="*/ 6321679 w 6321679"/>
                <a:gd name="connsiteY20" fmla="*/ 4456641 h 6521594"/>
                <a:gd name="connsiteX21" fmla="*/ 6321679 w 6321679"/>
                <a:gd name="connsiteY21" fmla="*/ 5523097 h 6521594"/>
                <a:gd name="connsiteX22" fmla="*/ 6024428 w 6321679"/>
                <a:gd name="connsiteY22" fmla="*/ 5754969 h 6521594"/>
                <a:gd name="connsiteX23" fmla="*/ 5702345 w 6321679"/>
                <a:gd name="connsiteY23" fmla="*/ 6000018 h 6521594"/>
                <a:gd name="connsiteX24" fmla="*/ 4988380 w 6321679"/>
                <a:gd name="connsiteY24" fmla="*/ 6506549 h 6521594"/>
                <a:gd name="connsiteX25" fmla="*/ 4961490 w 6321679"/>
                <a:gd name="connsiteY25" fmla="*/ 6521594 h 6521594"/>
                <a:gd name="connsiteX26" fmla="*/ 2011326 w 6321679"/>
                <a:gd name="connsiteY26" fmla="*/ 6521594 h 6521594"/>
                <a:gd name="connsiteX27" fmla="*/ 1982893 w 6321679"/>
                <a:gd name="connsiteY27" fmla="*/ 6505768 h 6521594"/>
                <a:gd name="connsiteX28" fmla="*/ 824149 w 6321679"/>
                <a:gd name="connsiteY28" fmla="*/ 5358682 h 6521594"/>
                <a:gd name="connsiteX29" fmla="*/ 0 w 6321679"/>
                <a:gd name="connsiteY29" fmla="*/ 3630075 h 6521594"/>
                <a:gd name="connsiteX30" fmla="*/ 4150102 w 6321679"/>
                <a:gd name="connsiteY30" fmla="*/ 0 h 65215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321679" h="6521594">
                  <a:moveTo>
                    <a:pt x="4150102" y="0"/>
                  </a:moveTo>
                  <a:cubicBezTo>
                    <a:pt x="4918148" y="0"/>
                    <a:pt x="5569597" y="228540"/>
                    <a:pt x="6083891" y="619943"/>
                  </a:cubicBezTo>
                  <a:lnTo>
                    <a:pt x="6321679" y="822247"/>
                  </a:lnTo>
                  <a:lnTo>
                    <a:pt x="6321679" y="2150195"/>
                  </a:lnTo>
                  <a:lnTo>
                    <a:pt x="6241288" y="1985338"/>
                  </a:lnTo>
                  <a:cubicBezTo>
                    <a:pt x="6156788" y="1831195"/>
                    <a:pt x="6059249" y="1688709"/>
                    <a:pt x="5949367" y="1559997"/>
                  </a:cubicBezTo>
                  <a:cubicBezTo>
                    <a:pt x="5737073" y="1311397"/>
                    <a:pt x="5482843" y="1118314"/>
                    <a:pt x="5193362" y="986156"/>
                  </a:cubicBezTo>
                  <a:cubicBezTo>
                    <a:pt x="4883437" y="844596"/>
                    <a:pt x="4532365" y="772850"/>
                    <a:pt x="4150102" y="772850"/>
                  </a:cubicBezTo>
                  <a:cubicBezTo>
                    <a:pt x="3746218" y="772850"/>
                    <a:pt x="3319008" y="853613"/>
                    <a:pt x="2914861" y="1006637"/>
                  </a:cubicBezTo>
                  <a:cubicBezTo>
                    <a:pt x="2515039" y="1157857"/>
                    <a:pt x="2134350" y="1380438"/>
                    <a:pt x="1814073" y="1650163"/>
                  </a:cubicBezTo>
                  <a:cubicBezTo>
                    <a:pt x="1494190" y="1919502"/>
                    <a:pt x="1232622" y="2238173"/>
                    <a:pt x="1057412" y="2571657"/>
                  </a:cubicBezTo>
                  <a:cubicBezTo>
                    <a:pt x="877486" y="2914158"/>
                    <a:pt x="786277" y="3270313"/>
                    <a:pt x="786277" y="3630204"/>
                  </a:cubicBezTo>
                  <a:cubicBezTo>
                    <a:pt x="786277" y="3974121"/>
                    <a:pt x="923483" y="4173646"/>
                    <a:pt x="1233931" y="4592016"/>
                  </a:cubicBezTo>
                  <a:cubicBezTo>
                    <a:pt x="1311641" y="4696736"/>
                    <a:pt x="1391972" y="4805064"/>
                    <a:pt x="1474795" y="4924985"/>
                  </a:cubicBezTo>
                  <a:cubicBezTo>
                    <a:pt x="1767682" y="5349278"/>
                    <a:pt x="2068172" y="5650948"/>
                    <a:pt x="2393691" y="5846995"/>
                  </a:cubicBezTo>
                  <a:cubicBezTo>
                    <a:pt x="2738735" y="6054891"/>
                    <a:pt x="3133971" y="6155876"/>
                    <a:pt x="3601805" y="6155876"/>
                  </a:cubicBezTo>
                  <a:cubicBezTo>
                    <a:pt x="3867305" y="6155876"/>
                    <a:pt x="4114196" y="6093405"/>
                    <a:pt x="4378909" y="5959186"/>
                  </a:cubicBezTo>
                  <a:cubicBezTo>
                    <a:pt x="4650699" y="5821362"/>
                    <a:pt x="4919737" y="5620421"/>
                    <a:pt x="5218129" y="5391271"/>
                  </a:cubicBezTo>
                  <a:cubicBezTo>
                    <a:pt x="5288107" y="5337558"/>
                    <a:pt x="5357824" y="5284617"/>
                    <a:pt x="5425313" y="5233481"/>
                  </a:cubicBezTo>
                  <a:cubicBezTo>
                    <a:pt x="5739037" y="4995556"/>
                    <a:pt x="6037512" y="4769168"/>
                    <a:pt x="6254366" y="4534301"/>
                  </a:cubicBezTo>
                  <a:lnTo>
                    <a:pt x="6321679" y="4456641"/>
                  </a:lnTo>
                  <a:lnTo>
                    <a:pt x="6321679" y="5523097"/>
                  </a:lnTo>
                  <a:lnTo>
                    <a:pt x="6024428" y="5754969"/>
                  </a:lnTo>
                  <a:cubicBezTo>
                    <a:pt x="5918395" y="5835747"/>
                    <a:pt x="5810491" y="5916953"/>
                    <a:pt x="5702345" y="6000018"/>
                  </a:cubicBezTo>
                  <a:cubicBezTo>
                    <a:pt x="5466020" y="6181541"/>
                    <a:pt x="5232938" y="6357503"/>
                    <a:pt x="4988380" y="6506549"/>
                  </a:cubicBezTo>
                  <a:lnTo>
                    <a:pt x="4961490" y="6521594"/>
                  </a:lnTo>
                  <a:lnTo>
                    <a:pt x="2011326" y="6521594"/>
                  </a:lnTo>
                  <a:lnTo>
                    <a:pt x="1982893" y="6505768"/>
                  </a:lnTo>
                  <a:cubicBezTo>
                    <a:pt x="1531799" y="6233999"/>
                    <a:pt x="1157400" y="5841520"/>
                    <a:pt x="824149" y="5358682"/>
                  </a:cubicBezTo>
                  <a:cubicBezTo>
                    <a:pt x="424196" y="4779302"/>
                    <a:pt x="0" y="4381929"/>
                    <a:pt x="0" y="3630075"/>
                  </a:cubicBezTo>
                  <a:cubicBezTo>
                    <a:pt x="0" y="1625174"/>
                    <a:pt x="2089794" y="0"/>
                    <a:pt x="4150102" y="0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AFB35A9D-5019-707E-C44C-F025ED0892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2319" y="1700784"/>
            <a:ext cx="3854378" cy="4379976"/>
          </a:xfrm>
          <a:prstGeom prst="rect">
            <a:avLst/>
          </a:prstGeom>
        </p:spPr>
      </p:pic>
      <p:graphicFrame>
        <p:nvGraphicFramePr>
          <p:cNvPr id="35" name="Content Placeholder 2">
            <a:extLst>
              <a:ext uri="{FF2B5EF4-FFF2-40B4-BE49-F238E27FC236}">
                <a16:creationId xmlns:a16="http://schemas.microsoft.com/office/drawing/2014/main" id="{109F365F-AD97-3E67-214E-6BF17617F5B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14044539"/>
              </p:ext>
            </p:extLst>
          </p:nvPr>
        </p:nvGraphicFramePr>
        <p:xfrm>
          <a:off x="804672" y="2421683"/>
          <a:ext cx="4765949" cy="3353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56703456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3F7E1B9-41AD-C495-00C0-5D0A87EF0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9226" y="1594707"/>
            <a:ext cx="9833548" cy="1325563"/>
          </a:xfrm>
        </p:spPr>
        <p:txBody>
          <a:bodyPr anchor="b">
            <a:normAutofit/>
          </a:bodyPr>
          <a:lstStyle/>
          <a:p>
            <a:pPr algn="ctr"/>
            <a:r>
              <a:rPr lang="de-CH" sz="3600">
                <a:solidFill>
                  <a:schemeClr val="tx2"/>
                </a:solidFill>
              </a:rPr>
              <a:t>Themawahl</a:t>
            </a:r>
            <a:endParaRPr lang="en-CH" sz="360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65A34-5C7F-5745-6BE5-9469B0ABF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9226" y="3329677"/>
            <a:ext cx="9833548" cy="2457269"/>
          </a:xfrm>
        </p:spPr>
        <p:txBody>
          <a:bodyPr>
            <a:normAutofit/>
          </a:bodyPr>
          <a:lstStyle/>
          <a:p>
            <a:r>
              <a:rPr lang="de-CH" sz="1800" dirty="0">
                <a:solidFill>
                  <a:schemeClr val="tx2"/>
                </a:solidFill>
              </a:rPr>
              <a:t>Weitererarbeitung von Fachwissen aus Programmieren I &amp; II</a:t>
            </a:r>
          </a:p>
          <a:p>
            <a:r>
              <a:rPr lang="de-CH" sz="1800" dirty="0">
                <a:solidFill>
                  <a:schemeClr val="tx2"/>
                </a:solidFill>
              </a:rPr>
              <a:t>Transformation einer Konsonlenapplikation in eine «typische» Applikationslösung (GUI + Datenbankanknüpfung)</a:t>
            </a:r>
          </a:p>
          <a:p>
            <a:r>
              <a:rPr lang="de-CH" sz="1800" dirty="0">
                <a:solidFill>
                  <a:schemeClr val="tx2"/>
                </a:solidFill>
              </a:rPr>
              <a:t>Interesse an Zeiterfassungsprogramme für Firmenverwendung</a:t>
            </a:r>
            <a:endParaRPr lang="en-CH" sz="1800" dirty="0">
              <a:solidFill>
                <a:schemeClr val="tx2"/>
              </a:solidFill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15155203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C96205E-3101-A174-BE40-30155BF4F54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5730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75327A-0BA3-5E08-E2A6-68C2813040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de-CH" dirty="0"/>
              <a:t>Problemstellung</a:t>
            </a:r>
            <a:endParaRPr lang="en-CH" dirty="0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3DA450B1-9A6B-6F64-8C20-47E50DF2908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5136979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9463698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BD119-595B-A2E6-D260-FB3B07913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/>
              <a:t>Problemstellung</a:t>
            </a:r>
            <a:endParaRPr lang="en-C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E90F41-17FD-54A8-AB15-7884C6F9A0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4150"/>
            <a:ext cx="10515600" cy="4889500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de-DE" dirty="0"/>
              <a:t>Das bestehende System ist für ein wachsendes Unternehmen</a:t>
            </a:r>
            <a:br>
              <a:rPr lang="de-DE" dirty="0"/>
            </a:br>
            <a:r>
              <a:rPr lang="de-DE" dirty="0"/>
              <a:t>zu manuell, zu zeitintensiv und zu unübersichtlich.</a:t>
            </a:r>
            <a:br>
              <a:rPr lang="de-DE" dirty="0"/>
            </a:br>
            <a:endParaRPr lang="de-DE" dirty="0"/>
          </a:p>
          <a:p>
            <a:r>
              <a:rPr lang="de-DE" dirty="0"/>
              <a:t>Vorgesetzte müssen Mitarbeitenden wegen fehlender Zeiteinträge nachgehen.</a:t>
            </a:r>
          </a:p>
          <a:p>
            <a:pPr lvl="1"/>
            <a:r>
              <a:rPr lang="de-DE" dirty="0"/>
              <a:t>Mitarbeitende sollen ihre Arbeitszeiten selbst digital erfassen können.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Bei Zu- oder Abgängen muss das bestehende System manuell aktualisiert werden.</a:t>
            </a:r>
          </a:p>
          <a:p>
            <a:pPr lvl="1"/>
            <a:r>
              <a:rPr lang="de-DE" dirty="0"/>
              <a:t>Neue Mitarbeitende und Austritte sollen einfach verwaltet werden können.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Die CMD-Ansicht ist unübersichtlich und schwer im Arbeitsalltag auszuwerten.</a:t>
            </a:r>
          </a:p>
          <a:p>
            <a:pPr lvl="1"/>
            <a:r>
              <a:rPr lang="de-DE" dirty="0"/>
              <a:t>Arbeitsstunden und </a:t>
            </a:r>
            <a:r>
              <a:rPr lang="de-DE" dirty="0" err="1"/>
              <a:t>Arbeitszeitverstösse</a:t>
            </a:r>
            <a:r>
              <a:rPr lang="de-DE" dirty="0"/>
              <a:t> sollen übersichtlich dargestellt werden.</a:t>
            </a:r>
            <a:br>
              <a:rPr lang="de-DE" dirty="0"/>
            </a:br>
            <a:endParaRPr lang="de-DE" dirty="0"/>
          </a:p>
          <a:p>
            <a:r>
              <a:rPr lang="de-DE" dirty="0"/>
              <a:t>Mit wachsendem Unternehmen kann eine einzelne Führungsperson nicht mehr alle Einträge verwalten.</a:t>
            </a:r>
          </a:p>
          <a:p>
            <a:pPr lvl="1"/>
            <a:r>
              <a:rPr lang="de-DE" dirty="0"/>
              <a:t>Administrative Aufgaben sollen zukünftig an einzelne Personen übergeben werden können.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18859589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42AFBF-FB86-9DB4-B623-60FB72097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7" y="365125"/>
            <a:ext cx="11130539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User Stories</a:t>
            </a:r>
            <a:endParaRPr lang="en-C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F9243C-9228-FEF2-EAC2-30CE0F40AC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de-DE" sz="2100" dirty="0">
                <a:solidFill>
                  <a:schemeClr val="tx2"/>
                </a:solidFill>
              </a:rPr>
              <a:t>Rolle: Worker</a:t>
            </a:r>
            <a:endParaRPr lang="en-CH" sz="2100" dirty="0">
              <a:solidFill>
                <a:schemeClr val="tx2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5E43E-E2CE-E463-8384-53BF46843E4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300" dirty="0">
                <a:solidFill>
                  <a:schemeClr val="tx2"/>
                </a:solidFill>
              </a:rPr>
              <a:t>Login</a:t>
            </a:r>
          </a:p>
          <a:p>
            <a:r>
              <a:rPr lang="de-DE" sz="2300" dirty="0">
                <a:solidFill>
                  <a:schemeClr val="tx2"/>
                </a:solidFill>
              </a:rPr>
              <a:t>Modulauswahl ist begrenzt auf Rollenfunktionen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Neue Zeiteinträge erfassen pro Kalenderwoche</a:t>
            </a:r>
          </a:p>
          <a:p>
            <a:r>
              <a:rPr lang="de-DE" sz="2300" dirty="0">
                <a:solidFill>
                  <a:schemeClr val="tx2"/>
                </a:solidFill>
              </a:rPr>
              <a:t>Bestehenden eigene Arbeitszeiten anschauen mit Details (Bsp. Soll-Ist)</a:t>
            </a:r>
          </a:p>
          <a:p>
            <a:r>
              <a:rPr lang="de-DE" sz="2300" dirty="0">
                <a:solidFill>
                  <a:schemeClr val="tx2"/>
                </a:solidFill>
              </a:rPr>
              <a:t>Bestehende Arbeitszeiten modifizieren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Logout</a:t>
            </a:r>
          </a:p>
          <a:p>
            <a:endParaRPr lang="en-CH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63D66D-EDA3-0DD4-1447-97F8E82E29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>
              <a:lnSpc>
                <a:spcPct val="80000"/>
              </a:lnSpc>
            </a:pPr>
            <a:r>
              <a:rPr lang="de-DE" sz="2100" dirty="0">
                <a:solidFill>
                  <a:schemeClr val="tx2"/>
                </a:solidFill>
              </a:rPr>
              <a:t>Rolle: Admin</a:t>
            </a:r>
            <a:endParaRPr lang="en-CH" sz="2100" dirty="0">
              <a:solidFill>
                <a:schemeClr val="tx2"/>
              </a:solidFill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6B44223-EF28-BAC5-7BA2-72203708611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300" dirty="0">
                <a:solidFill>
                  <a:schemeClr val="tx2"/>
                </a:solidFill>
              </a:rPr>
              <a:t>Login</a:t>
            </a:r>
          </a:p>
          <a:p>
            <a:r>
              <a:rPr lang="de-DE" sz="2300" dirty="0">
                <a:solidFill>
                  <a:schemeClr val="tx2"/>
                </a:solidFill>
              </a:rPr>
              <a:t>Modulauswahl ist begrenzt auf Rollenfunktionen</a:t>
            </a:r>
          </a:p>
          <a:p>
            <a:r>
              <a:rPr lang="de-DE" sz="2300" dirty="0">
                <a:solidFill>
                  <a:schemeClr val="tx2"/>
                </a:solidFill>
              </a:rPr>
              <a:t>Alle bestehenden Arbeitszeiten anschauen mit Details (Bsp. Soll-Ist)</a:t>
            </a:r>
          </a:p>
          <a:p>
            <a:r>
              <a:rPr lang="de-DE" sz="2300" dirty="0">
                <a:solidFill>
                  <a:schemeClr val="tx2"/>
                </a:solidFill>
              </a:rPr>
              <a:t>Alle bestehenden Verstöße von Zeiteintragen anschauen mit Details (Bsp. Soll-Ist, Art des Verstoßes)</a:t>
            </a:r>
          </a:p>
          <a:p>
            <a:r>
              <a:rPr lang="de-DE" sz="2300" dirty="0">
                <a:solidFill>
                  <a:schemeClr val="tx2"/>
                </a:solidFill>
              </a:rPr>
              <a:t>neue Mitarbeiter erfassen oder entfernen.</a:t>
            </a:r>
          </a:p>
          <a:p>
            <a:r>
              <a:rPr lang="de-DE" sz="2300" dirty="0">
                <a:solidFill>
                  <a:schemeClr val="tx2"/>
                </a:solidFill>
              </a:rPr>
              <a:t>Logout</a:t>
            </a:r>
          </a:p>
          <a:p>
            <a:endParaRPr lang="de-DE" b="1" dirty="0"/>
          </a:p>
          <a:p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27049679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7CAE512-6854-AD1D-0563-81C69B2F4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3C823D3-D619-407C-89E0-C6F6B1E7A4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7F8E3E-2FFA-4A0F-B3C7-E57ADDCFB4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6FFCF9A-A59A-3D98-B117-A920A77A30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79226" y="1594707"/>
            <a:ext cx="9833548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36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Projektfunktionen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3D939F1-7ABE-4D0E-946A-43F37F556A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3346102" cy="2510865"/>
            <a:chOff x="-305" y="-1"/>
            <a:chExt cx="3832880" cy="2876136"/>
          </a:xfrm>
        </p:grpSpPr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63FE0426-0FE4-451E-A8BB-08DA6A6AC2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4A32F7E8-35B4-451F-AA07-AECF7CA1D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Freeform: Shape 14">
              <a:extLst>
                <a:ext uri="{FF2B5EF4-FFF2-40B4-BE49-F238E27FC236}">
                  <a16:creationId xmlns:a16="http://schemas.microsoft.com/office/drawing/2014/main" id="{E1097796-C3C8-4772-9EBD-9F5CA368F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EC4BC137-BB50-4235-A83F-4B4EEE1590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9836A20E-2603-50DB-DD91-CAF677BB64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79226" y="3015354"/>
            <a:ext cx="9833548" cy="3147939"/>
          </a:xfrm>
        </p:spPr>
        <p:txBody>
          <a:bodyPr vert="horz" lIns="91440" tIns="45720" rIns="91440" bIns="45720" rtlCol="0">
            <a:normAutofit/>
          </a:bodyPr>
          <a:lstStyle/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Usereingabe</a:t>
            </a:r>
            <a:r>
              <a:rPr lang="en-US" sz="2000" dirty="0">
                <a:solidFill>
                  <a:schemeClr val="tx2"/>
                </a:solidFill>
              </a:rPr>
              <a:t> von </a:t>
            </a:r>
            <a:r>
              <a:rPr lang="en-US" sz="2000" dirty="0" err="1">
                <a:solidFill>
                  <a:schemeClr val="tx2"/>
                </a:solidFill>
              </a:rPr>
              <a:t>Stemplungen</a:t>
            </a:r>
            <a:r>
              <a:rPr lang="en-US" sz="2000" dirty="0">
                <a:solidFill>
                  <a:schemeClr val="tx2"/>
                </a:solidFill>
              </a:rPr>
              <a:t> pro </a:t>
            </a:r>
            <a:r>
              <a:rPr lang="en-US" sz="2000" dirty="0" err="1">
                <a:solidFill>
                  <a:schemeClr val="tx2"/>
                </a:solidFill>
              </a:rPr>
              <a:t>Kalenderwoche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im</a:t>
            </a:r>
            <a:r>
              <a:rPr lang="en-US" sz="2000" dirty="0">
                <a:solidFill>
                  <a:schemeClr val="tx2"/>
                </a:solidFill>
              </a:rPr>
              <a:t> GUI (+</a:t>
            </a:r>
            <a:r>
              <a:rPr lang="en-US" sz="2000" dirty="0" err="1">
                <a:solidFill>
                  <a:schemeClr val="tx2"/>
                </a:solidFill>
              </a:rPr>
              <a:t>Validierung</a:t>
            </a:r>
            <a:r>
              <a:rPr lang="en-US" sz="2000" dirty="0">
                <a:solidFill>
                  <a:schemeClr val="tx2"/>
                </a:solidFill>
              </a:rPr>
              <a:t>)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Automatische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Berechnung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Stunden</a:t>
            </a:r>
            <a:r>
              <a:rPr lang="en-US" sz="2000" dirty="0">
                <a:solidFill>
                  <a:schemeClr val="tx2"/>
                </a:solidFill>
              </a:rPr>
              <a:t> (+/-) </a:t>
            </a:r>
            <a:r>
              <a:rPr lang="en-US" sz="2000" dirty="0" err="1">
                <a:solidFill>
                  <a:schemeClr val="tx2"/>
                </a:solidFill>
              </a:rPr>
              <a:t>anhand</a:t>
            </a:r>
            <a:r>
              <a:rPr lang="en-US" sz="2000" dirty="0">
                <a:solidFill>
                  <a:schemeClr val="tx2"/>
                </a:solidFill>
              </a:rPr>
              <a:t> des Pensums für </a:t>
            </a:r>
            <a:r>
              <a:rPr lang="en-US" sz="2000" dirty="0" err="1">
                <a:solidFill>
                  <a:schemeClr val="tx2"/>
                </a:solidFill>
              </a:rPr>
              <a:t>Tabellenübersicht</a:t>
            </a:r>
            <a:endParaRPr lang="en-US" sz="2000" dirty="0">
              <a:solidFill>
                <a:schemeClr val="tx2"/>
              </a:solidFill>
            </a:endParaRP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Validierung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vertraglichen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Rahmenbedingungen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</a:p>
          <a:p>
            <a:pPr marL="571500" lvl="1" algn="l"/>
            <a:r>
              <a:rPr lang="en-US" sz="1600" dirty="0">
                <a:solidFill>
                  <a:schemeClr val="tx2"/>
                </a:solidFill>
              </a:rPr>
              <a:t>&gt; </a:t>
            </a:r>
            <a:r>
              <a:rPr lang="en-US" sz="1600" dirty="0" err="1">
                <a:solidFill>
                  <a:schemeClr val="tx2"/>
                </a:solidFill>
              </a:rPr>
              <a:t>Erstellung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eines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Verstosses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bei</a:t>
            </a:r>
            <a:r>
              <a:rPr lang="en-US" sz="1600" dirty="0">
                <a:solidFill>
                  <a:schemeClr val="tx2"/>
                </a:solidFill>
              </a:rPr>
              <a:t> </a:t>
            </a:r>
            <a:r>
              <a:rPr lang="en-US" sz="1600" dirty="0" err="1">
                <a:solidFill>
                  <a:schemeClr val="tx2"/>
                </a:solidFill>
              </a:rPr>
              <a:t>Fehlern</a:t>
            </a:r>
            <a:endParaRPr lang="en-US" sz="1600" dirty="0">
              <a:solidFill>
                <a:schemeClr val="tx2"/>
              </a:solidFill>
            </a:endParaRP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Ausgabe</a:t>
            </a:r>
            <a:r>
              <a:rPr lang="en-US" sz="2000" dirty="0">
                <a:solidFill>
                  <a:schemeClr val="tx2"/>
                </a:solidFill>
              </a:rPr>
              <a:t> der </a:t>
            </a:r>
            <a:r>
              <a:rPr lang="en-US" sz="2000" dirty="0" err="1">
                <a:solidFill>
                  <a:schemeClr val="tx2"/>
                </a:solidFill>
              </a:rPr>
              <a:t>Informationen</a:t>
            </a:r>
            <a:r>
              <a:rPr lang="en-US" sz="2000" dirty="0">
                <a:solidFill>
                  <a:schemeClr val="tx2"/>
                </a:solidFill>
              </a:rPr>
              <a:t> pro Mitarbeiter in </a:t>
            </a:r>
            <a:r>
              <a:rPr lang="en-US" sz="2000" dirty="0" err="1">
                <a:solidFill>
                  <a:schemeClr val="tx2"/>
                </a:solidFill>
              </a:rPr>
              <a:t>Tabellen</a:t>
            </a:r>
            <a:r>
              <a:rPr lang="en-US" sz="2000" dirty="0">
                <a:solidFill>
                  <a:schemeClr val="tx2"/>
                </a:solidFill>
              </a:rPr>
              <a:t> in der GUI.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tx2"/>
                </a:solidFill>
              </a:rPr>
              <a:t>Verstoss</a:t>
            </a:r>
            <a:r>
              <a:rPr lang="en-US" sz="2000" dirty="0">
                <a:solidFill>
                  <a:schemeClr val="tx2"/>
                </a:solidFill>
              </a:rPr>
              <a:t> </a:t>
            </a:r>
            <a:r>
              <a:rPr lang="en-US" sz="2000" dirty="0" err="1">
                <a:solidFill>
                  <a:schemeClr val="tx2"/>
                </a:solidFill>
              </a:rPr>
              <a:t>Übersicht</a:t>
            </a:r>
            <a:r>
              <a:rPr lang="en-US" sz="2000" dirty="0">
                <a:solidFill>
                  <a:schemeClr val="tx2"/>
                </a:solidFill>
              </a:rPr>
              <a:t> für Admin</a:t>
            </a:r>
          </a:p>
          <a:p>
            <a:pPr marL="342900" indent="-228600"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2"/>
                </a:solidFill>
              </a:rPr>
              <a:t>User Management </a:t>
            </a:r>
            <a:r>
              <a:rPr lang="en-US" sz="2000" dirty="0" err="1">
                <a:solidFill>
                  <a:schemeClr val="tx2"/>
                </a:solidFill>
              </a:rPr>
              <a:t>Übersicht</a:t>
            </a:r>
            <a:r>
              <a:rPr lang="en-US" sz="2000" dirty="0">
                <a:solidFill>
                  <a:schemeClr val="tx2"/>
                </a:solidFill>
              </a:rPr>
              <a:t> für Admin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DB3963A-4187-4A72-9DA4-CA6BADE22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9072780" y="3734338"/>
            <a:ext cx="3878664" cy="236865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428E75E-001A-4568-B035-574F1303EF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4AC8CFC-1164-4525-82A0-25F75ADCF4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6F35C856-5B70-4CA2-BB8F-A37197D8F9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50FD8B0-DE97-47B1-84ED-67A3BD00FE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5203191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6C4028FD-8BAA-4A19-BFDE-594D991B75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93CCB5C-C98D-DF9D-1182-9AC3C3094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56995"/>
            <a:ext cx="10515600" cy="1133693"/>
          </a:xfrm>
        </p:spPr>
        <p:txBody>
          <a:bodyPr>
            <a:normAutofit/>
          </a:bodyPr>
          <a:lstStyle/>
          <a:p>
            <a:r>
              <a:rPr lang="de-CH" sz="5200"/>
              <a:t>Projektmanagement</a:t>
            </a:r>
            <a:endParaRPr lang="en-CH" sz="5200"/>
          </a:p>
        </p:txBody>
      </p:sp>
      <p:graphicFrame>
        <p:nvGraphicFramePr>
          <p:cNvPr id="39" name="Content Placeholder 2">
            <a:extLst>
              <a:ext uri="{FF2B5EF4-FFF2-40B4-BE49-F238E27FC236}">
                <a16:creationId xmlns:a16="http://schemas.microsoft.com/office/drawing/2014/main" id="{EDF3F1E9-4BEC-4492-5E5E-43134BFB770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25949550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02104149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A292AEA-2528-46C0-B426-95822B6141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8B7B198-E4DF-43CD-AD8C-1998843237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2BE67753-EA0E-4819-8D22-0B6600CF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96934" y="3984"/>
            <a:ext cx="9376632" cy="6858000"/>
          </a:xfrm>
          <a:custGeom>
            <a:avLst/>
            <a:gdLst>
              <a:gd name="connsiteX0" fmla="*/ 1691615 w 9376632"/>
              <a:gd name="connsiteY0" fmla="*/ 0 h 6858000"/>
              <a:gd name="connsiteX1" fmla="*/ 7685017 w 9376632"/>
              <a:gd name="connsiteY1" fmla="*/ 0 h 6858000"/>
              <a:gd name="connsiteX2" fmla="*/ 7840634 w 9376632"/>
              <a:gd name="connsiteY2" fmla="*/ 134799 h 6858000"/>
              <a:gd name="connsiteX3" fmla="*/ 9376632 w 9376632"/>
              <a:gd name="connsiteY3" fmla="*/ 3605175 h 6858000"/>
              <a:gd name="connsiteX4" fmla="*/ 8158692 w 9376632"/>
              <a:gd name="connsiteY4" fmla="*/ 6757493 h 6858000"/>
              <a:gd name="connsiteX5" fmla="*/ 8062868 w 9376632"/>
              <a:gd name="connsiteY5" fmla="*/ 6858000 h 6858000"/>
              <a:gd name="connsiteX6" fmla="*/ 1313765 w 9376632"/>
              <a:gd name="connsiteY6" fmla="*/ 6858000 h 6858000"/>
              <a:gd name="connsiteX7" fmla="*/ 1217940 w 9376632"/>
              <a:gd name="connsiteY7" fmla="*/ 6757493 h 6858000"/>
              <a:gd name="connsiteX8" fmla="*/ 0 w 9376632"/>
              <a:gd name="connsiteY8" fmla="*/ 3605175 h 6858000"/>
              <a:gd name="connsiteX9" fmla="*/ 1535999 w 9376632"/>
              <a:gd name="connsiteY9" fmla="*/ 1347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376632" h="6858000">
                <a:moveTo>
                  <a:pt x="1691615" y="0"/>
                </a:moveTo>
                <a:lnTo>
                  <a:pt x="7685017" y="0"/>
                </a:lnTo>
                <a:lnTo>
                  <a:pt x="7840634" y="134799"/>
                </a:lnTo>
                <a:cubicBezTo>
                  <a:pt x="8784230" y="992423"/>
                  <a:pt x="9376632" y="2229618"/>
                  <a:pt x="9376632" y="3605175"/>
                </a:cubicBezTo>
                <a:cubicBezTo>
                  <a:pt x="9376632" y="4818903"/>
                  <a:pt x="8915419" y="5924908"/>
                  <a:pt x="8158692" y="6757493"/>
                </a:cubicBezTo>
                <a:lnTo>
                  <a:pt x="8062868" y="6858000"/>
                </a:lnTo>
                <a:lnTo>
                  <a:pt x="1313765" y="6858000"/>
                </a:lnTo>
                <a:lnTo>
                  <a:pt x="1217940" y="6757493"/>
                </a:lnTo>
                <a:cubicBezTo>
                  <a:pt x="461213" y="5924908"/>
                  <a:pt x="0" y="4818903"/>
                  <a:pt x="0" y="3605175"/>
                </a:cubicBezTo>
                <a:cubicBezTo>
                  <a:pt x="0" y="2229618"/>
                  <a:pt x="592403" y="992423"/>
                  <a:pt x="1535999" y="134799"/>
                </a:cubicBezTo>
                <a:close/>
              </a:path>
            </a:pathLst>
          </a:cu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76D63AC-0421-45EC-B383-E79A61A78C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  <a:solidFill>
            <a:schemeClr val="bg1">
              <a:alpha val="30000"/>
            </a:schemeClr>
          </a:solidFill>
        </p:grpSpPr>
        <p:sp>
          <p:nvSpPr>
            <p:cNvPr id="5" name="Freeform: Shape 13">
              <a:extLst>
                <a:ext uri="{FF2B5EF4-FFF2-40B4-BE49-F238E27FC236}">
                  <a16:creationId xmlns:a16="http://schemas.microsoft.com/office/drawing/2014/main" id="{B997A32E-7032-4107-9C8B-99DB59EDD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6" name="Freeform: Shape 14">
              <a:extLst>
                <a:ext uri="{FF2B5EF4-FFF2-40B4-BE49-F238E27FC236}">
                  <a16:creationId xmlns:a16="http://schemas.microsoft.com/office/drawing/2014/main" id="{943BB27F-1470-42CA-91FF-D94BC691C8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97B002-17FD-47B3-A06A-76802FE15CE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E401EA35-9D2E-43B7-860F-EBB8A6C3E0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8" name="Freeform: Shape 17">
              <a:extLst>
                <a:ext uri="{FF2B5EF4-FFF2-40B4-BE49-F238E27FC236}">
                  <a16:creationId xmlns:a16="http://schemas.microsoft.com/office/drawing/2014/main" id="{F8C44827-3D81-4FF9-B4A5-5650D1B20A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8">
              <a:extLst>
                <a:ext uri="{FF2B5EF4-FFF2-40B4-BE49-F238E27FC236}">
                  <a16:creationId xmlns:a16="http://schemas.microsoft.com/office/drawing/2014/main" id="{F613D97F-F6DF-4D32-AD91-209A80E7A2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27" name="Freeform: Shape 19">
              <a:extLst>
                <a:ext uri="{FF2B5EF4-FFF2-40B4-BE49-F238E27FC236}">
                  <a16:creationId xmlns:a16="http://schemas.microsoft.com/office/drawing/2014/main" id="{82B0ED5C-927D-4C5F-8F27-1B403820B9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6E74311-7DE5-916A-FACF-6598EDEEB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02731" y="1542402"/>
            <a:ext cx="5186842" cy="23879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Live Demo</a:t>
            </a:r>
            <a:br>
              <a:rPr lang="en-US" sz="52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5200" kern="120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7F87F1B-42BA-4AC7-A4E2-41544DDB2C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305" y="-4155"/>
            <a:ext cx="2514948" cy="2174333"/>
            <a:chOff x="-305" y="-4155"/>
            <a:chExt cx="2514948" cy="2174333"/>
          </a:xfrm>
        </p:grpSpPr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8B53067-4E48-4E71-A6A9-A8CAABAFBF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06D1A0D3-4BB8-41D9-9CE7-2884C83F44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81E20F06-3B09-4B89-A36B-AB8BFBCCA5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DAE6C3D7-7D5B-4926-877D-45F117BB6B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67346A5-7569-4F15-AB5D-BE3DADF192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>
            <a:off x="9685727" y="4683666"/>
            <a:ext cx="2514948" cy="2174333"/>
            <a:chOff x="-305" y="-4155"/>
            <a:chExt cx="2514948" cy="2174333"/>
          </a:xfrm>
        </p:grpSpPr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E1951533-A568-4765-AB1F-F71D9AFDEA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14948" cy="2170178"/>
            </a:xfrm>
            <a:custGeom>
              <a:avLst/>
              <a:gdLst>
                <a:gd name="connsiteX0" fmla="*/ 2466091 w 2514948"/>
                <a:gd name="connsiteY0" fmla="*/ 0 h 2170178"/>
                <a:gd name="connsiteX1" fmla="*/ 2514948 w 2514948"/>
                <a:gd name="connsiteY1" fmla="*/ 0 h 2170178"/>
                <a:gd name="connsiteX2" fmla="*/ 2512286 w 2514948"/>
                <a:gd name="connsiteY2" fmla="*/ 12375 h 2170178"/>
                <a:gd name="connsiteX3" fmla="*/ 2394961 w 2514948"/>
                <a:gd name="connsiteY3" fmla="*/ 368660 h 2170178"/>
                <a:gd name="connsiteX4" fmla="*/ 2289734 w 2514948"/>
                <a:gd name="connsiteY4" fmla="*/ 598078 h 2170178"/>
                <a:gd name="connsiteX5" fmla="*/ 2163747 w 2514948"/>
                <a:gd name="connsiteY5" fmla="*/ 819078 h 2170178"/>
                <a:gd name="connsiteX6" fmla="*/ 1852241 w 2514948"/>
                <a:gd name="connsiteY6" fmla="*/ 1228932 h 2170178"/>
                <a:gd name="connsiteX7" fmla="*/ 1668235 w 2514948"/>
                <a:gd name="connsiteY7" fmla="*/ 1413844 h 2170178"/>
                <a:gd name="connsiteX8" fmla="*/ 1619510 w 2514948"/>
                <a:gd name="connsiteY8" fmla="*/ 1457722 h 2170178"/>
                <a:gd name="connsiteX9" fmla="*/ 1569835 w 2514948"/>
                <a:gd name="connsiteY9" fmla="*/ 1500704 h 2170178"/>
                <a:gd name="connsiteX10" fmla="*/ 1467169 w 2514948"/>
                <a:gd name="connsiteY10" fmla="*/ 1583266 h 2170178"/>
                <a:gd name="connsiteX11" fmla="*/ 1018393 w 2514948"/>
                <a:gd name="connsiteY11" fmla="*/ 1867576 h 2170178"/>
                <a:gd name="connsiteX12" fmla="*/ 255857 w 2514948"/>
                <a:gd name="connsiteY12" fmla="*/ 2133049 h 2170178"/>
                <a:gd name="connsiteX13" fmla="*/ 0 w 2514948"/>
                <a:gd name="connsiteY13" fmla="*/ 2170178 h 2170178"/>
                <a:gd name="connsiteX14" fmla="*/ 0 w 2514948"/>
                <a:gd name="connsiteY14" fmla="*/ 1940056 h 2170178"/>
                <a:gd name="connsiteX15" fmla="*/ 201609 w 2514948"/>
                <a:gd name="connsiteY15" fmla="*/ 1902856 h 2170178"/>
                <a:gd name="connsiteX16" fmla="*/ 440974 w 2514948"/>
                <a:gd name="connsiteY16" fmla="*/ 1838472 h 2170178"/>
                <a:gd name="connsiteX17" fmla="*/ 674558 w 2514948"/>
                <a:gd name="connsiteY17" fmla="*/ 1756359 h 2170178"/>
                <a:gd name="connsiteX18" fmla="*/ 901222 w 2514948"/>
                <a:gd name="connsiteY18" fmla="*/ 1657142 h 2170178"/>
                <a:gd name="connsiteX19" fmla="*/ 1330943 w 2514948"/>
                <a:gd name="connsiteY19" fmla="*/ 1413396 h 2170178"/>
                <a:gd name="connsiteX20" fmla="*/ 1432566 w 2514948"/>
                <a:gd name="connsiteY20" fmla="*/ 1343193 h 2170178"/>
                <a:gd name="connsiteX21" fmla="*/ 1482527 w 2514948"/>
                <a:gd name="connsiteY21" fmla="*/ 1306926 h 2170178"/>
                <a:gd name="connsiteX22" fmla="*/ 1531821 w 2514948"/>
                <a:gd name="connsiteY22" fmla="*/ 1269765 h 2170178"/>
                <a:gd name="connsiteX23" fmla="*/ 1721986 w 2514948"/>
                <a:gd name="connsiteY23" fmla="*/ 1112073 h 2170178"/>
                <a:gd name="connsiteX24" fmla="*/ 2061460 w 2514948"/>
                <a:gd name="connsiteY24" fmla="*/ 754336 h 2170178"/>
                <a:gd name="connsiteX25" fmla="*/ 2206218 w 2514948"/>
                <a:gd name="connsiteY25" fmla="*/ 554827 h 2170178"/>
                <a:gd name="connsiteX26" fmla="*/ 2329455 w 2514948"/>
                <a:gd name="connsiteY26" fmla="*/ 341886 h 2170178"/>
                <a:gd name="connsiteX27" fmla="*/ 2356757 w 2514948"/>
                <a:gd name="connsiteY27" fmla="*/ 286815 h 2170178"/>
                <a:gd name="connsiteX28" fmla="*/ 2370030 w 2514948"/>
                <a:gd name="connsiteY28" fmla="*/ 259056 h 2170178"/>
                <a:gd name="connsiteX29" fmla="*/ 2382637 w 2514948"/>
                <a:gd name="connsiteY29" fmla="*/ 231028 h 2170178"/>
                <a:gd name="connsiteX30" fmla="*/ 2406716 w 2514948"/>
                <a:gd name="connsiteY30" fmla="*/ 174525 h 2170178"/>
                <a:gd name="connsiteX31" fmla="*/ 2429278 w 2514948"/>
                <a:gd name="connsiteY31" fmla="*/ 117393 h 21701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514948" h="2170178">
                  <a:moveTo>
                    <a:pt x="2466091" y="0"/>
                  </a:moveTo>
                  <a:lnTo>
                    <a:pt x="2514948" y="0"/>
                  </a:lnTo>
                  <a:lnTo>
                    <a:pt x="2512286" y="12375"/>
                  </a:lnTo>
                  <a:cubicBezTo>
                    <a:pt x="2481760" y="133161"/>
                    <a:pt x="2442526" y="252239"/>
                    <a:pt x="2394961" y="368660"/>
                  </a:cubicBezTo>
                  <a:cubicBezTo>
                    <a:pt x="2363109" y="446208"/>
                    <a:pt x="2328603" y="523039"/>
                    <a:pt x="2289734" y="598078"/>
                  </a:cubicBezTo>
                  <a:cubicBezTo>
                    <a:pt x="2251436" y="673387"/>
                    <a:pt x="2209251" y="747083"/>
                    <a:pt x="2163747" y="819078"/>
                  </a:cubicBezTo>
                  <a:cubicBezTo>
                    <a:pt x="2072646" y="962979"/>
                    <a:pt x="1968652" y="1100611"/>
                    <a:pt x="1852241" y="1228932"/>
                  </a:cubicBezTo>
                  <a:cubicBezTo>
                    <a:pt x="1793748" y="1292868"/>
                    <a:pt x="1732698" y="1354923"/>
                    <a:pt x="1668235" y="1413844"/>
                  </a:cubicBezTo>
                  <a:cubicBezTo>
                    <a:pt x="1652214" y="1428709"/>
                    <a:pt x="1636100" y="1443395"/>
                    <a:pt x="1619510" y="1457722"/>
                  </a:cubicBezTo>
                  <a:cubicBezTo>
                    <a:pt x="1603015" y="1472140"/>
                    <a:pt x="1586805" y="1486825"/>
                    <a:pt x="1569835" y="1500704"/>
                  </a:cubicBezTo>
                  <a:cubicBezTo>
                    <a:pt x="1536276" y="1528911"/>
                    <a:pt x="1501865" y="1556223"/>
                    <a:pt x="1467169" y="1583266"/>
                  </a:cubicBezTo>
                  <a:cubicBezTo>
                    <a:pt x="1327719" y="1690722"/>
                    <a:pt x="1177085" y="1785910"/>
                    <a:pt x="1018393" y="1867576"/>
                  </a:cubicBezTo>
                  <a:cubicBezTo>
                    <a:pt x="780425" y="1990142"/>
                    <a:pt x="522567" y="2080875"/>
                    <a:pt x="255857" y="2133049"/>
                  </a:cubicBezTo>
                  <a:lnTo>
                    <a:pt x="0" y="2170178"/>
                  </a:lnTo>
                  <a:lnTo>
                    <a:pt x="0" y="1940056"/>
                  </a:lnTo>
                  <a:lnTo>
                    <a:pt x="201609" y="1902856"/>
                  </a:lnTo>
                  <a:cubicBezTo>
                    <a:pt x="282186" y="1884231"/>
                    <a:pt x="362102" y="1863008"/>
                    <a:pt x="440974" y="1838472"/>
                  </a:cubicBezTo>
                  <a:cubicBezTo>
                    <a:pt x="519848" y="1814027"/>
                    <a:pt x="597771" y="1786627"/>
                    <a:pt x="674558" y="1756359"/>
                  </a:cubicBezTo>
                  <a:cubicBezTo>
                    <a:pt x="751250" y="1726003"/>
                    <a:pt x="826900" y="1692870"/>
                    <a:pt x="901222" y="1657142"/>
                  </a:cubicBezTo>
                  <a:cubicBezTo>
                    <a:pt x="1049865" y="1585774"/>
                    <a:pt x="1193581" y="1504376"/>
                    <a:pt x="1330943" y="1413396"/>
                  </a:cubicBezTo>
                  <a:cubicBezTo>
                    <a:pt x="1365165" y="1390563"/>
                    <a:pt x="1399293" y="1367370"/>
                    <a:pt x="1432566" y="1343193"/>
                  </a:cubicBezTo>
                  <a:cubicBezTo>
                    <a:pt x="1449441" y="1331373"/>
                    <a:pt x="1465936" y="1319104"/>
                    <a:pt x="1482527" y="1306926"/>
                  </a:cubicBezTo>
                  <a:cubicBezTo>
                    <a:pt x="1499210" y="1294837"/>
                    <a:pt x="1515611" y="1282391"/>
                    <a:pt x="1531821" y="1269765"/>
                  </a:cubicBezTo>
                  <a:cubicBezTo>
                    <a:pt x="1596947" y="1219350"/>
                    <a:pt x="1660652" y="1167055"/>
                    <a:pt x="1721986" y="1112073"/>
                  </a:cubicBezTo>
                  <a:cubicBezTo>
                    <a:pt x="1844940" y="1002469"/>
                    <a:pt x="1958983" y="882926"/>
                    <a:pt x="2061460" y="754336"/>
                  </a:cubicBezTo>
                  <a:cubicBezTo>
                    <a:pt x="2112652" y="690042"/>
                    <a:pt x="2161094" y="623510"/>
                    <a:pt x="2206218" y="554827"/>
                  </a:cubicBezTo>
                  <a:cubicBezTo>
                    <a:pt x="2250583" y="485787"/>
                    <a:pt x="2292484" y="415046"/>
                    <a:pt x="2329455" y="341886"/>
                  </a:cubicBezTo>
                  <a:cubicBezTo>
                    <a:pt x="2339030" y="323709"/>
                    <a:pt x="2347941" y="305261"/>
                    <a:pt x="2356757" y="286815"/>
                  </a:cubicBezTo>
                  <a:lnTo>
                    <a:pt x="2370030" y="259056"/>
                  </a:lnTo>
                  <a:lnTo>
                    <a:pt x="2382637" y="231028"/>
                  </a:lnTo>
                  <a:cubicBezTo>
                    <a:pt x="2390885" y="212312"/>
                    <a:pt x="2399227" y="193598"/>
                    <a:pt x="2406716" y="174525"/>
                  </a:cubicBezTo>
                  <a:cubicBezTo>
                    <a:pt x="2414206" y="155452"/>
                    <a:pt x="2422453" y="136646"/>
                    <a:pt x="2429278" y="11739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A7214F52-4F3F-4C96-A62E-F1401D6C04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-4155"/>
              <a:ext cx="2493062" cy="1947896"/>
            </a:xfrm>
            <a:custGeom>
              <a:avLst/>
              <a:gdLst>
                <a:gd name="connsiteX0" fmla="*/ 1896911 w 2493062"/>
                <a:gd name="connsiteY0" fmla="*/ 0 h 1947896"/>
                <a:gd name="connsiteX1" fmla="*/ 2493062 w 2493062"/>
                <a:gd name="connsiteY1" fmla="*/ 0 h 1947896"/>
                <a:gd name="connsiteX2" fmla="*/ 2435315 w 2493062"/>
                <a:gd name="connsiteY2" fmla="*/ 178165 h 1947896"/>
                <a:gd name="connsiteX3" fmla="*/ 93066 w 2493062"/>
                <a:gd name="connsiteY3" fmla="*/ 1935859 h 1947896"/>
                <a:gd name="connsiteX4" fmla="*/ 0 w 2493062"/>
                <a:gd name="connsiteY4" fmla="*/ 1947896 h 1947896"/>
                <a:gd name="connsiteX5" fmla="*/ 0 w 2493062"/>
                <a:gd name="connsiteY5" fmla="*/ 1404756 h 1947896"/>
                <a:gd name="connsiteX6" fmla="*/ 17392 w 2493062"/>
                <a:gd name="connsiteY6" fmla="*/ 1402364 h 1947896"/>
                <a:gd name="connsiteX7" fmla="*/ 464249 w 2493062"/>
                <a:gd name="connsiteY7" fmla="*/ 1281208 h 1947896"/>
                <a:gd name="connsiteX8" fmla="*/ 1260556 w 2493062"/>
                <a:gd name="connsiteY8" fmla="*/ 833835 h 1947896"/>
                <a:gd name="connsiteX9" fmla="*/ 1807924 w 2493062"/>
                <a:gd name="connsiteY9" fmla="*/ 193222 h 1947896"/>
                <a:gd name="connsiteX10" fmla="*/ 1874357 w 2493062"/>
                <a:gd name="connsiteY10" fmla="*/ 58333 h 1947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3062" h="1947896">
                  <a:moveTo>
                    <a:pt x="1896911" y="0"/>
                  </a:moveTo>
                  <a:lnTo>
                    <a:pt x="2493062" y="0"/>
                  </a:lnTo>
                  <a:lnTo>
                    <a:pt x="2435315" y="178165"/>
                  </a:lnTo>
                  <a:cubicBezTo>
                    <a:pt x="2088122" y="1071812"/>
                    <a:pt x="1129732" y="1758033"/>
                    <a:pt x="93066" y="1935859"/>
                  </a:cubicBezTo>
                  <a:lnTo>
                    <a:pt x="0" y="1947896"/>
                  </a:lnTo>
                  <a:lnTo>
                    <a:pt x="0" y="1404756"/>
                  </a:lnTo>
                  <a:lnTo>
                    <a:pt x="17392" y="1402364"/>
                  </a:lnTo>
                  <a:cubicBezTo>
                    <a:pt x="167719" y="1375030"/>
                    <a:pt x="318070" y="1334398"/>
                    <a:pt x="464249" y="1281208"/>
                  </a:cubicBezTo>
                  <a:cubicBezTo>
                    <a:pt x="753480" y="1176081"/>
                    <a:pt x="1028869" y="1021346"/>
                    <a:pt x="1260556" y="833835"/>
                  </a:cubicBezTo>
                  <a:cubicBezTo>
                    <a:pt x="1491960" y="646594"/>
                    <a:pt x="1681177" y="425056"/>
                    <a:pt x="1807924" y="193222"/>
                  </a:cubicBezTo>
                  <a:cubicBezTo>
                    <a:pt x="1832328" y="148578"/>
                    <a:pt x="1854477" y="103599"/>
                    <a:pt x="1874357" y="583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023146A1-291C-4FA0-AB5B-EB04D42398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0"/>
              <a:ext cx="2501089" cy="1972702"/>
            </a:xfrm>
            <a:custGeom>
              <a:avLst/>
              <a:gdLst>
                <a:gd name="connsiteX0" fmla="*/ 2318728 w 2501089"/>
                <a:gd name="connsiteY0" fmla="*/ 0 h 1972702"/>
                <a:gd name="connsiteX1" fmla="*/ 2501089 w 2501089"/>
                <a:gd name="connsiteY1" fmla="*/ 0 h 1972702"/>
                <a:gd name="connsiteX2" fmla="*/ 2453909 w 2501089"/>
                <a:gd name="connsiteY2" fmla="*/ 167837 h 1972702"/>
                <a:gd name="connsiteX3" fmla="*/ 2361125 w 2501089"/>
                <a:gd name="connsiteY3" fmla="*/ 392084 h 1972702"/>
                <a:gd name="connsiteX4" fmla="*/ 1768255 w 2501089"/>
                <a:gd name="connsiteY4" fmla="*/ 1167644 h 1972702"/>
                <a:gd name="connsiteX5" fmla="*/ 1375125 w 2501089"/>
                <a:gd name="connsiteY5" fmla="*/ 1471474 h 1972702"/>
                <a:gd name="connsiteX6" fmla="*/ 935735 w 2501089"/>
                <a:gd name="connsiteY6" fmla="*/ 1712713 h 1972702"/>
                <a:gd name="connsiteX7" fmla="*/ 212353 w 2501089"/>
                <a:gd name="connsiteY7" fmla="*/ 1940294 h 1972702"/>
                <a:gd name="connsiteX8" fmla="*/ 0 w 2501089"/>
                <a:gd name="connsiteY8" fmla="*/ 1972702 h 1972702"/>
                <a:gd name="connsiteX9" fmla="*/ 0 w 2501089"/>
                <a:gd name="connsiteY9" fmla="*/ 1732181 h 1972702"/>
                <a:gd name="connsiteX10" fmla="*/ 161195 w 2501089"/>
                <a:gd name="connsiteY10" fmla="*/ 1706590 h 1972702"/>
                <a:gd name="connsiteX11" fmla="*/ 388463 w 2501089"/>
                <a:gd name="connsiteY11" fmla="*/ 1652268 h 1972702"/>
                <a:gd name="connsiteX12" fmla="*/ 826716 w 2501089"/>
                <a:gd name="connsiteY12" fmla="*/ 1493950 h 1972702"/>
                <a:gd name="connsiteX13" fmla="*/ 1609847 w 2501089"/>
                <a:gd name="connsiteY13" fmla="*/ 1007535 h 1972702"/>
                <a:gd name="connsiteX14" fmla="*/ 1929982 w 2501089"/>
                <a:gd name="connsiteY14" fmla="*/ 682930 h 1972702"/>
                <a:gd name="connsiteX15" fmla="*/ 2183093 w 2501089"/>
                <a:gd name="connsiteY15" fmla="*/ 310149 h 1972702"/>
                <a:gd name="connsiteX16" fmla="*/ 2280286 w 2501089"/>
                <a:gd name="connsiteY16" fmla="*/ 108435 h 19727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501089" h="1972702">
                  <a:moveTo>
                    <a:pt x="2318728" y="0"/>
                  </a:moveTo>
                  <a:lnTo>
                    <a:pt x="2501089" y="0"/>
                  </a:lnTo>
                  <a:lnTo>
                    <a:pt x="2453909" y="167837"/>
                  </a:lnTo>
                  <a:cubicBezTo>
                    <a:pt x="2427555" y="244153"/>
                    <a:pt x="2396627" y="319103"/>
                    <a:pt x="2361125" y="392084"/>
                  </a:cubicBezTo>
                  <a:cubicBezTo>
                    <a:pt x="2218453" y="684005"/>
                    <a:pt x="2011698" y="945211"/>
                    <a:pt x="1768255" y="1167644"/>
                  </a:cubicBezTo>
                  <a:cubicBezTo>
                    <a:pt x="1646250" y="1278860"/>
                    <a:pt x="1514385" y="1380316"/>
                    <a:pt x="1375125" y="1471474"/>
                  </a:cubicBezTo>
                  <a:cubicBezTo>
                    <a:pt x="1235677" y="1562542"/>
                    <a:pt x="1088928" y="1643672"/>
                    <a:pt x="935735" y="1712713"/>
                  </a:cubicBezTo>
                  <a:cubicBezTo>
                    <a:pt x="705659" y="1815533"/>
                    <a:pt x="462359" y="1892212"/>
                    <a:pt x="212353" y="1940294"/>
                  </a:cubicBezTo>
                  <a:lnTo>
                    <a:pt x="0" y="1972702"/>
                  </a:lnTo>
                  <a:lnTo>
                    <a:pt x="0" y="1732181"/>
                  </a:lnTo>
                  <a:lnTo>
                    <a:pt x="161195" y="1706590"/>
                  </a:lnTo>
                  <a:cubicBezTo>
                    <a:pt x="237638" y="1691378"/>
                    <a:pt x="313477" y="1673222"/>
                    <a:pt x="388463" y="1652268"/>
                  </a:cubicBezTo>
                  <a:cubicBezTo>
                    <a:pt x="538529" y="1610539"/>
                    <a:pt x="684898" y="1556543"/>
                    <a:pt x="826716" y="1493950"/>
                  </a:cubicBezTo>
                  <a:cubicBezTo>
                    <a:pt x="1111207" y="1370107"/>
                    <a:pt x="1376832" y="1205881"/>
                    <a:pt x="1609847" y="1007535"/>
                  </a:cubicBezTo>
                  <a:cubicBezTo>
                    <a:pt x="1725975" y="908049"/>
                    <a:pt x="1833571" y="799519"/>
                    <a:pt x="1929982" y="682930"/>
                  </a:cubicBezTo>
                  <a:cubicBezTo>
                    <a:pt x="2026581" y="566520"/>
                    <a:pt x="2111806" y="441692"/>
                    <a:pt x="2183093" y="310149"/>
                  </a:cubicBezTo>
                  <a:cubicBezTo>
                    <a:pt x="2218738" y="244422"/>
                    <a:pt x="2251396" y="177150"/>
                    <a:pt x="2280286" y="10843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80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62977932-2B03-4899-8306-5002CEE68E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2491105" cy="1943661"/>
            </a:xfrm>
            <a:custGeom>
              <a:avLst/>
              <a:gdLst>
                <a:gd name="connsiteX0" fmla="*/ 1995408 w 2491105"/>
                <a:gd name="connsiteY0" fmla="*/ 0 h 1943661"/>
                <a:gd name="connsiteX1" fmla="*/ 2491105 w 2491105"/>
                <a:gd name="connsiteY1" fmla="*/ 0 h 1943661"/>
                <a:gd name="connsiteX2" fmla="*/ 2434705 w 2491105"/>
                <a:gd name="connsiteY2" fmla="*/ 174009 h 1943661"/>
                <a:gd name="connsiteX3" fmla="*/ 92457 w 2491105"/>
                <a:gd name="connsiteY3" fmla="*/ 1931703 h 1943661"/>
                <a:gd name="connsiteX4" fmla="*/ 0 w 2491105"/>
                <a:gd name="connsiteY4" fmla="*/ 1943661 h 1943661"/>
                <a:gd name="connsiteX5" fmla="*/ 0 w 2491105"/>
                <a:gd name="connsiteY5" fmla="*/ 1491489 h 1943661"/>
                <a:gd name="connsiteX6" fmla="*/ 34107 w 2491105"/>
                <a:gd name="connsiteY6" fmla="*/ 1486836 h 1943661"/>
                <a:gd name="connsiteX7" fmla="*/ 497577 w 2491105"/>
                <a:gd name="connsiteY7" fmla="*/ 1360598 h 1943661"/>
                <a:gd name="connsiteX8" fmla="*/ 1321566 w 2491105"/>
                <a:gd name="connsiteY8" fmla="*/ 897645 h 1943661"/>
                <a:gd name="connsiteX9" fmla="*/ 1891495 w 2491105"/>
                <a:gd name="connsiteY9" fmla="*/ 230078 h 1943661"/>
                <a:gd name="connsiteX10" fmla="*/ 1961469 w 2491105"/>
                <a:gd name="connsiteY10" fmla="*/ 87885 h 1943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91105" h="1943661">
                  <a:moveTo>
                    <a:pt x="1995408" y="0"/>
                  </a:moveTo>
                  <a:lnTo>
                    <a:pt x="2491105" y="0"/>
                  </a:lnTo>
                  <a:lnTo>
                    <a:pt x="2434705" y="174009"/>
                  </a:lnTo>
                  <a:cubicBezTo>
                    <a:pt x="2087512" y="1067655"/>
                    <a:pt x="1129122" y="1753877"/>
                    <a:pt x="92457" y="1931703"/>
                  </a:cubicBezTo>
                  <a:lnTo>
                    <a:pt x="0" y="1943661"/>
                  </a:lnTo>
                  <a:lnTo>
                    <a:pt x="0" y="1491489"/>
                  </a:lnTo>
                  <a:lnTo>
                    <a:pt x="34107" y="1486836"/>
                  </a:lnTo>
                  <a:cubicBezTo>
                    <a:pt x="189055" y="1458696"/>
                    <a:pt x="343908" y="1416565"/>
                    <a:pt x="497577" y="1360598"/>
                  </a:cubicBezTo>
                  <a:cubicBezTo>
                    <a:pt x="796856" y="1251889"/>
                    <a:pt x="1081725" y="1091781"/>
                    <a:pt x="1321566" y="897645"/>
                  </a:cubicBezTo>
                  <a:cubicBezTo>
                    <a:pt x="1565577" y="700195"/>
                    <a:pt x="1757355" y="475523"/>
                    <a:pt x="1891495" y="230078"/>
                  </a:cubicBezTo>
                  <a:cubicBezTo>
                    <a:pt x="1917197" y="183033"/>
                    <a:pt x="1940526" y="135619"/>
                    <a:pt x="1961469" y="8788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708533779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65219498-D544-41AC-98FE-8F956EF66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500DBFC-17A9-4E0A-AEE2-A49F9AEEF0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62E4F1-5B0D-6078-9666-D15C530806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672" y="4267832"/>
            <a:ext cx="4805996" cy="129711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Q&amp;A</a:t>
            </a:r>
            <a:b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endParaRPr lang="en-US" sz="40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74613BB-817C-4C4F-8A24-4936F2F064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101023" y="52996"/>
            <a:ext cx="6093363" cy="6805005"/>
            <a:chOff x="6101023" y="52996"/>
            <a:chExt cx="6093363" cy="6805005"/>
          </a:xfrm>
        </p:grpSpPr>
        <p:sp>
          <p:nvSpPr>
            <p:cNvPr id="9" name="Freeform: Shape 15">
              <a:extLst>
                <a:ext uri="{FF2B5EF4-FFF2-40B4-BE49-F238E27FC236}">
                  <a16:creationId xmlns:a16="http://schemas.microsoft.com/office/drawing/2014/main" id="{926C820D-9A01-44F0-AE18-C2DAB089B8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3517682 w 5890490"/>
                <a:gd name="connsiteY0" fmla="*/ 0 h 6578439"/>
                <a:gd name="connsiteX1" fmla="*/ 5849513 w 5890490"/>
                <a:gd name="connsiteY1" fmla="*/ 841730 h 6578439"/>
                <a:gd name="connsiteX2" fmla="*/ 5890490 w 5890490"/>
                <a:gd name="connsiteY2" fmla="*/ 879060 h 6578439"/>
                <a:gd name="connsiteX3" fmla="*/ 5890490 w 5890490"/>
                <a:gd name="connsiteY3" fmla="*/ 1816052 h 6578439"/>
                <a:gd name="connsiteX4" fmla="*/ 5856961 w 5890490"/>
                <a:gd name="connsiteY4" fmla="*/ 1771023 h 6578439"/>
                <a:gd name="connsiteX5" fmla="*/ 5655397 w 5890490"/>
                <a:gd name="connsiteY5" fmla="*/ 1548813 h 6578439"/>
                <a:gd name="connsiteX6" fmla="*/ 3517682 w 5890490"/>
                <a:gd name="connsiteY6" fmla="*/ 658717 h 6578439"/>
                <a:gd name="connsiteX7" fmla="*/ 2395696 w 5890490"/>
                <a:gd name="connsiteY7" fmla="*/ 850721 h 6578439"/>
                <a:gd name="connsiteX8" fmla="*/ 1519955 w 5890490"/>
                <a:gd name="connsiteY8" fmla="*/ 1450441 h 6578439"/>
                <a:gd name="connsiteX9" fmla="*/ 1223630 w 5890490"/>
                <a:gd name="connsiteY9" fmla="*/ 1841430 h 6578439"/>
                <a:gd name="connsiteX10" fmla="*/ 1075857 w 5890490"/>
                <a:gd name="connsiteY10" fmla="*/ 2329343 h 6578439"/>
                <a:gd name="connsiteX11" fmla="*/ 731010 w 5890490"/>
                <a:gd name="connsiteY11" fmla="*/ 3483744 h 6578439"/>
                <a:gd name="connsiteX12" fmla="*/ 741000 w 5890490"/>
                <a:gd name="connsiteY12" fmla="*/ 4479719 h 6578439"/>
                <a:gd name="connsiteX13" fmla="*/ 1315615 w 5890490"/>
                <a:gd name="connsiteY13" fmla="*/ 5443827 h 6578439"/>
                <a:gd name="connsiteX14" fmla="*/ 2277503 w 5890490"/>
                <a:gd name="connsiteY14" fmla="*/ 6259386 h 6578439"/>
                <a:gd name="connsiteX15" fmla="*/ 3439448 w 5890490"/>
                <a:gd name="connsiteY15" fmla="*/ 6551739 h 6578439"/>
                <a:gd name="connsiteX16" fmla="*/ 4408732 w 5890490"/>
                <a:gd name="connsiteY16" fmla="*/ 6255172 h 6578439"/>
                <a:gd name="connsiteX17" fmla="*/ 5343243 w 5890490"/>
                <a:gd name="connsiteY17" fmla="*/ 5442509 h 6578439"/>
                <a:gd name="connsiteX18" fmla="*/ 5745566 w 5890490"/>
                <a:gd name="connsiteY18" fmla="*/ 5056656 h 6578439"/>
                <a:gd name="connsiteX19" fmla="*/ 5890490 w 5890490"/>
                <a:gd name="connsiteY19" fmla="*/ 4920880 h 6578439"/>
                <a:gd name="connsiteX20" fmla="*/ 5890490 w 5890490"/>
                <a:gd name="connsiteY20" fmla="*/ 5821966 h 6578439"/>
                <a:gd name="connsiteX21" fmla="*/ 5802002 w 5890490"/>
                <a:gd name="connsiteY21" fmla="*/ 5907904 h 6578439"/>
                <a:gd name="connsiteX22" fmla="*/ 5294358 w 5890490"/>
                <a:gd name="connsiteY22" fmla="*/ 6397505 h 6578439"/>
                <a:gd name="connsiteX23" fmla="*/ 5077178 w 5890490"/>
                <a:gd name="connsiteY23" fmla="*/ 6578439 h 6578439"/>
                <a:gd name="connsiteX24" fmla="*/ 1567290 w 5890490"/>
                <a:gd name="connsiteY24" fmla="*/ 6578439 h 6578439"/>
                <a:gd name="connsiteX25" fmla="*/ 1508588 w 5890490"/>
                <a:gd name="connsiteY25" fmla="*/ 6535186 h 6578439"/>
                <a:gd name="connsiteX26" fmla="*/ 826498 w 5890490"/>
                <a:gd name="connsiteY26" fmla="*/ 5876034 h 6578439"/>
                <a:gd name="connsiteX27" fmla="*/ 122403 w 5890490"/>
                <a:gd name="connsiteY27" fmla="*/ 3255655 h 6578439"/>
                <a:gd name="connsiteX28" fmla="*/ 1061197 w 5890490"/>
                <a:gd name="connsiteY28" fmla="*/ 984650 h 6578439"/>
                <a:gd name="connsiteX29" fmla="*/ 3517682 w 5890490"/>
                <a:gd name="connsiteY29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890490" h="6578439">
                  <a:moveTo>
                    <a:pt x="3517682" y="0"/>
                  </a:moveTo>
                  <a:cubicBezTo>
                    <a:pt x="4402016" y="0"/>
                    <a:pt x="5213741" y="315483"/>
                    <a:pt x="5849513" y="841730"/>
                  </a:cubicBezTo>
                  <a:lnTo>
                    <a:pt x="5890490" y="879060"/>
                  </a:lnTo>
                  <a:lnTo>
                    <a:pt x="5890490" y="1816052"/>
                  </a:lnTo>
                  <a:lnTo>
                    <a:pt x="5856961" y="1771023"/>
                  </a:lnTo>
                  <a:cubicBezTo>
                    <a:pt x="5793650" y="1694076"/>
                    <a:pt x="5726429" y="1619959"/>
                    <a:pt x="5655397" y="1548813"/>
                  </a:cubicBezTo>
                  <a:cubicBezTo>
                    <a:pt x="5082208" y="974906"/>
                    <a:pt x="4322973" y="658717"/>
                    <a:pt x="3517682" y="658717"/>
                  </a:cubicBezTo>
                  <a:cubicBezTo>
                    <a:pt x="3085520" y="658717"/>
                    <a:pt x="2718488" y="721533"/>
                    <a:pt x="2395696" y="850721"/>
                  </a:cubicBezTo>
                  <a:cubicBezTo>
                    <a:pt x="2079132" y="977407"/>
                    <a:pt x="1792668" y="1173626"/>
                    <a:pt x="1519955" y="1450441"/>
                  </a:cubicBezTo>
                  <a:cubicBezTo>
                    <a:pt x="1330275" y="1642840"/>
                    <a:pt x="1263719" y="1756094"/>
                    <a:pt x="1223630" y="1841430"/>
                  </a:cubicBezTo>
                  <a:cubicBezTo>
                    <a:pt x="1166545" y="1962981"/>
                    <a:pt x="1128532" y="2116663"/>
                    <a:pt x="1075857" y="2329343"/>
                  </a:cubicBezTo>
                  <a:cubicBezTo>
                    <a:pt x="1008652" y="2601153"/>
                    <a:pt x="916537" y="2973574"/>
                    <a:pt x="731010" y="3483744"/>
                  </a:cubicBezTo>
                  <a:cubicBezTo>
                    <a:pt x="617488" y="3795981"/>
                    <a:pt x="620731" y="4121653"/>
                    <a:pt x="741000" y="4479719"/>
                  </a:cubicBezTo>
                  <a:cubicBezTo>
                    <a:pt x="847257" y="4796172"/>
                    <a:pt x="1045888" y="5129481"/>
                    <a:pt x="1315615" y="5443827"/>
                  </a:cubicBezTo>
                  <a:cubicBezTo>
                    <a:pt x="1630753" y="5810980"/>
                    <a:pt x="1945371" y="6077784"/>
                    <a:pt x="2277503" y="6259386"/>
                  </a:cubicBezTo>
                  <a:cubicBezTo>
                    <a:pt x="2637530" y="6456133"/>
                    <a:pt x="3017536" y="6551739"/>
                    <a:pt x="3439448" y="6551739"/>
                  </a:cubicBezTo>
                  <a:cubicBezTo>
                    <a:pt x="3781571" y="6551739"/>
                    <a:pt x="4089573" y="6457449"/>
                    <a:pt x="4408732" y="6255172"/>
                  </a:cubicBezTo>
                  <a:cubicBezTo>
                    <a:pt x="4738010" y="6046310"/>
                    <a:pt x="5050941" y="5739207"/>
                    <a:pt x="5343243" y="5442509"/>
                  </a:cubicBezTo>
                  <a:cubicBezTo>
                    <a:pt x="5479860" y="5303970"/>
                    <a:pt x="5614918" y="5178206"/>
                    <a:pt x="5745566" y="5056656"/>
                  </a:cubicBezTo>
                  <a:lnTo>
                    <a:pt x="5890490" y="4920880"/>
                  </a:lnTo>
                  <a:lnTo>
                    <a:pt x="5890490" y="5821966"/>
                  </a:lnTo>
                  <a:lnTo>
                    <a:pt x="5802002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58B604F-996E-4349-B131-E04ED285D8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5" y="52996"/>
              <a:ext cx="6093361" cy="6805003"/>
            </a:xfrm>
            <a:custGeom>
              <a:avLst/>
              <a:gdLst>
                <a:gd name="connsiteX0" fmla="*/ 3391253 w 5890489"/>
                <a:gd name="connsiteY0" fmla="*/ 0 h 6578438"/>
                <a:gd name="connsiteX1" fmla="*/ 3434974 w 5890489"/>
                <a:gd name="connsiteY1" fmla="*/ 646 h 6578438"/>
                <a:gd name="connsiteX2" fmla="*/ 3522419 w 5890489"/>
                <a:gd name="connsiteY2" fmla="*/ 2712 h 6578438"/>
                <a:gd name="connsiteX3" fmla="*/ 3610261 w 5890489"/>
                <a:gd name="connsiteY3" fmla="*/ 6458 h 6578438"/>
                <a:gd name="connsiteX4" fmla="*/ 3786872 w 5890489"/>
                <a:gd name="connsiteY4" fmla="*/ 20667 h 6578438"/>
                <a:gd name="connsiteX5" fmla="*/ 3962291 w 5890489"/>
                <a:gd name="connsiteY5" fmla="*/ 43530 h 6578438"/>
                <a:gd name="connsiteX6" fmla="*/ 4135855 w 5890489"/>
                <a:gd name="connsiteY6" fmla="*/ 75176 h 6578438"/>
                <a:gd name="connsiteX7" fmla="*/ 4307299 w 5890489"/>
                <a:gd name="connsiteY7" fmla="*/ 114315 h 6578438"/>
                <a:gd name="connsiteX8" fmla="*/ 4476358 w 5890489"/>
                <a:gd name="connsiteY8" fmla="*/ 160816 h 6578438"/>
                <a:gd name="connsiteX9" fmla="*/ 4559829 w 5890489"/>
                <a:gd name="connsiteY9" fmla="*/ 186779 h 6578438"/>
                <a:gd name="connsiteX10" fmla="*/ 4642901 w 5890489"/>
                <a:gd name="connsiteY10" fmla="*/ 213648 h 6578438"/>
                <a:gd name="connsiteX11" fmla="*/ 5280847 w 5890489"/>
                <a:gd name="connsiteY11" fmla="*/ 485936 h 6578438"/>
                <a:gd name="connsiteX12" fmla="*/ 5865400 w 5890489"/>
                <a:gd name="connsiteY12" fmla="*/ 851099 h 6578438"/>
                <a:gd name="connsiteX13" fmla="*/ 5890489 w 5890489"/>
                <a:gd name="connsiteY13" fmla="*/ 870950 h 6578438"/>
                <a:gd name="connsiteX14" fmla="*/ 5890489 w 5890489"/>
                <a:gd name="connsiteY14" fmla="*/ 1321814 h 6578438"/>
                <a:gd name="connsiteX15" fmla="*/ 5887395 w 5890489"/>
                <a:gd name="connsiteY15" fmla="*/ 1318952 h 6578438"/>
                <a:gd name="connsiteX16" fmla="*/ 5830291 w 5890489"/>
                <a:gd name="connsiteY16" fmla="*/ 1265992 h 6578438"/>
                <a:gd name="connsiteX17" fmla="*/ 5815981 w 5890489"/>
                <a:gd name="connsiteY17" fmla="*/ 1252687 h 6578438"/>
                <a:gd name="connsiteX18" fmla="*/ 5801142 w 5890489"/>
                <a:gd name="connsiteY18" fmla="*/ 1240158 h 6578438"/>
                <a:gd name="connsiteX19" fmla="*/ 5771464 w 5890489"/>
                <a:gd name="connsiteY19" fmla="*/ 1214969 h 6578438"/>
                <a:gd name="connsiteX20" fmla="*/ 5651030 w 5890489"/>
                <a:gd name="connsiteY20" fmla="*/ 1115767 h 6578438"/>
                <a:gd name="connsiteX21" fmla="*/ 5123183 w 5890489"/>
                <a:gd name="connsiteY21" fmla="*/ 780443 h 6578438"/>
                <a:gd name="connsiteX22" fmla="*/ 4533860 w 5890489"/>
                <a:gd name="connsiteY22" fmla="*/ 567701 h 6578438"/>
                <a:gd name="connsiteX23" fmla="*/ 4457281 w 5890489"/>
                <a:gd name="connsiteY23" fmla="*/ 550780 h 6578438"/>
                <a:gd name="connsiteX24" fmla="*/ 4380568 w 5890489"/>
                <a:gd name="connsiteY24" fmla="*/ 535279 h 6578438"/>
                <a:gd name="connsiteX25" fmla="*/ 4303325 w 5890489"/>
                <a:gd name="connsiteY25" fmla="*/ 522879 h 6578438"/>
                <a:gd name="connsiteX26" fmla="*/ 4264769 w 5890489"/>
                <a:gd name="connsiteY26" fmla="*/ 516679 h 6578438"/>
                <a:gd name="connsiteX27" fmla="*/ 4226082 w 5890489"/>
                <a:gd name="connsiteY27" fmla="*/ 511253 h 6578438"/>
                <a:gd name="connsiteX28" fmla="*/ 4070934 w 5890489"/>
                <a:gd name="connsiteY28" fmla="*/ 494848 h 6578438"/>
                <a:gd name="connsiteX29" fmla="*/ 3915521 w 5890489"/>
                <a:gd name="connsiteY29" fmla="*/ 486065 h 6578438"/>
                <a:gd name="connsiteX30" fmla="*/ 3760241 w 5890489"/>
                <a:gd name="connsiteY30" fmla="*/ 484257 h 6578438"/>
                <a:gd name="connsiteX31" fmla="*/ 3682734 w 5890489"/>
                <a:gd name="connsiteY31" fmla="*/ 486581 h 6578438"/>
                <a:gd name="connsiteX32" fmla="*/ 3605491 w 5890489"/>
                <a:gd name="connsiteY32" fmla="*/ 488907 h 6578438"/>
                <a:gd name="connsiteX33" fmla="*/ 3527454 w 5890489"/>
                <a:gd name="connsiteY33" fmla="*/ 493169 h 6578438"/>
                <a:gd name="connsiteX34" fmla="*/ 3449151 w 5890489"/>
                <a:gd name="connsiteY34" fmla="*/ 498336 h 6578438"/>
                <a:gd name="connsiteX35" fmla="*/ 3410067 w 5890489"/>
                <a:gd name="connsiteY35" fmla="*/ 500532 h 6578438"/>
                <a:gd name="connsiteX36" fmla="*/ 3371246 w 5890489"/>
                <a:gd name="connsiteY36" fmla="*/ 504279 h 6578438"/>
                <a:gd name="connsiteX37" fmla="*/ 3293739 w 5890489"/>
                <a:gd name="connsiteY37" fmla="*/ 511512 h 6578438"/>
                <a:gd name="connsiteX38" fmla="*/ 2689445 w 5890489"/>
                <a:gd name="connsiteY38" fmla="*/ 610198 h 6578438"/>
                <a:gd name="connsiteX39" fmla="*/ 2117875 w 5890489"/>
                <a:gd name="connsiteY39" fmla="*/ 800335 h 6578438"/>
                <a:gd name="connsiteX40" fmla="*/ 1981276 w 5890489"/>
                <a:gd name="connsiteY40" fmla="*/ 865566 h 6578438"/>
                <a:gd name="connsiteX41" fmla="*/ 1847991 w 5890489"/>
                <a:gd name="connsiteY41" fmla="*/ 938676 h 6578438"/>
                <a:gd name="connsiteX42" fmla="*/ 1783069 w 5890489"/>
                <a:gd name="connsiteY42" fmla="*/ 978718 h 6578438"/>
                <a:gd name="connsiteX43" fmla="*/ 1750609 w 5890489"/>
                <a:gd name="connsiteY43" fmla="*/ 998869 h 6578438"/>
                <a:gd name="connsiteX44" fmla="*/ 1734312 w 5890489"/>
                <a:gd name="connsiteY44" fmla="*/ 1008945 h 6578438"/>
                <a:gd name="connsiteX45" fmla="*/ 1718547 w 5890489"/>
                <a:gd name="connsiteY45" fmla="*/ 1019924 h 6578438"/>
                <a:gd name="connsiteX46" fmla="*/ 1655481 w 5890489"/>
                <a:gd name="connsiteY46" fmla="*/ 1063582 h 6578438"/>
                <a:gd name="connsiteX47" fmla="*/ 1593077 w 5890489"/>
                <a:gd name="connsiteY47" fmla="*/ 1108664 h 6578438"/>
                <a:gd name="connsiteX48" fmla="*/ 1532263 w 5890489"/>
                <a:gd name="connsiteY48" fmla="*/ 1156197 h 6578438"/>
                <a:gd name="connsiteX49" fmla="*/ 1472509 w 5890489"/>
                <a:gd name="connsiteY49" fmla="*/ 1205152 h 6578438"/>
                <a:gd name="connsiteX50" fmla="*/ 1414212 w 5890489"/>
                <a:gd name="connsiteY50" fmla="*/ 1256175 h 6578438"/>
                <a:gd name="connsiteX51" fmla="*/ 1357242 w 5890489"/>
                <a:gd name="connsiteY51" fmla="*/ 1308359 h 6578438"/>
                <a:gd name="connsiteX52" fmla="*/ 1153072 w 5890489"/>
                <a:gd name="connsiteY52" fmla="*/ 1529498 h 6578438"/>
                <a:gd name="connsiteX53" fmla="*/ 1002694 w 5890489"/>
                <a:gd name="connsiteY53" fmla="*/ 1770658 h 6578438"/>
                <a:gd name="connsiteX54" fmla="*/ 974076 w 5890489"/>
                <a:gd name="connsiteY54" fmla="*/ 1835371 h 6578438"/>
                <a:gd name="connsiteX55" fmla="*/ 949564 w 5890489"/>
                <a:gd name="connsiteY55" fmla="*/ 1903573 h 6578438"/>
                <a:gd name="connsiteX56" fmla="*/ 927173 w 5890489"/>
                <a:gd name="connsiteY56" fmla="*/ 1974229 h 6578438"/>
                <a:gd name="connsiteX57" fmla="*/ 906107 w 5890489"/>
                <a:gd name="connsiteY57" fmla="*/ 2046952 h 6578438"/>
                <a:gd name="connsiteX58" fmla="*/ 751092 w 5890489"/>
                <a:gd name="connsiteY58" fmla="*/ 2676266 h 6578438"/>
                <a:gd name="connsiteX59" fmla="*/ 547189 w 5890489"/>
                <a:gd name="connsiteY59" fmla="*/ 3308422 h 6578438"/>
                <a:gd name="connsiteX60" fmla="*/ 441195 w 5890489"/>
                <a:gd name="connsiteY60" fmla="*/ 3866306 h 6578438"/>
                <a:gd name="connsiteX61" fmla="*/ 527182 w 5890489"/>
                <a:gd name="connsiteY61" fmla="*/ 4439174 h 6578438"/>
                <a:gd name="connsiteX62" fmla="*/ 775073 w 5890489"/>
                <a:gd name="connsiteY62" fmla="*/ 4987240 h 6578438"/>
                <a:gd name="connsiteX63" fmla="*/ 943206 w 5890489"/>
                <a:gd name="connsiteY63" fmla="*/ 5244933 h 6578438"/>
                <a:gd name="connsiteX64" fmla="*/ 1133728 w 5890489"/>
                <a:gd name="connsiteY64" fmla="*/ 5490356 h 6578438"/>
                <a:gd name="connsiteX65" fmla="*/ 1359626 w 5890489"/>
                <a:gd name="connsiteY65" fmla="*/ 5709815 h 6578438"/>
                <a:gd name="connsiteX66" fmla="*/ 1481254 w 5890489"/>
                <a:gd name="connsiteY66" fmla="*/ 5809146 h 6578438"/>
                <a:gd name="connsiteX67" fmla="*/ 1543260 w 5890489"/>
                <a:gd name="connsiteY67" fmla="*/ 5856940 h 6578438"/>
                <a:gd name="connsiteX68" fmla="*/ 1607518 w 5890489"/>
                <a:gd name="connsiteY68" fmla="*/ 5901374 h 6578438"/>
                <a:gd name="connsiteX69" fmla="*/ 2145566 w 5890489"/>
                <a:gd name="connsiteY69" fmla="*/ 6193814 h 6578438"/>
                <a:gd name="connsiteX70" fmla="*/ 2214991 w 5890489"/>
                <a:gd name="connsiteY70" fmla="*/ 6221844 h 6578438"/>
                <a:gd name="connsiteX71" fmla="*/ 2249307 w 5890489"/>
                <a:gd name="connsiteY71" fmla="*/ 6236182 h 6578438"/>
                <a:gd name="connsiteX72" fmla="*/ 2284285 w 5890489"/>
                <a:gd name="connsiteY72" fmla="*/ 6248711 h 6578438"/>
                <a:gd name="connsiteX73" fmla="*/ 2354241 w 5890489"/>
                <a:gd name="connsiteY73" fmla="*/ 6273124 h 6578438"/>
                <a:gd name="connsiteX74" fmla="*/ 2371597 w 5890489"/>
                <a:gd name="connsiteY74" fmla="*/ 6279324 h 6578438"/>
                <a:gd name="connsiteX75" fmla="*/ 2387894 w 5890489"/>
                <a:gd name="connsiteY75" fmla="*/ 6287719 h 6578438"/>
                <a:gd name="connsiteX76" fmla="*/ 2421414 w 5890489"/>
                <a:gd name="connsiteY76" fmla="*/ 6302186 h 6578438"/>
                <a:gd name="connsiteX77" fmla="*/ 2489117 w 5890489"/>
                <a:gd name="connsiteY77" fmla="*/ 6329441 h 6578438"/>
                <a:gd name="connsiteX78" fmla="*/ 2522902 w 5890489"/>
                <a:gd name="connsiteY78" fmla="*/ 6343134 h 6578438"/>
                <a:gd name="connsiteX79" fmla="*/ 2556953 w 5890489"/>
                <a:gd name="connsiteY79" fmla="*/ 6356051 h 6578438"/>
                <a:gd name="connsiteX80" fmla="*/ 2695009 w 5890489"/>
                <a:gd name="connsiteY80" fmla="*/ 6401905 h 6578438"/>
                <a:gd name="connsiteX81" fmla="*/ 3268035 w 5890489"/>
                <a:gd name="connsiteY81" fmla="*/ 6501238 h 6578438"/>
                <a:gd name="connsiteX82" fmla="*/ 3341038 w 5890489"/>
                <a:gd name="connsiteY82" fmla="*/ 6506145 h 6578438"/>
                <a:gd name="connsiteX83" fmla="*/ 3414703 w 5890489"/>
                <a:gd name="connsiteY83" fmla="*/ 6507050 h 6578438"/>
                <a:gd name="connsiteX84" fmla="*/ 3488237 w 5890489"/>
                <a:gd name="connsiteY84" fmla="*/ 6508212 h 6578438"/>
                <a:gd name="connsiteX85" fmla="*/ 3524142 w 5890489"/>
                <a:gd name="connsiteY85" fmla="*/ 6507955 h 6578438"/>
                <a:gd name="connsiteX86" fmla="*/ 3559252 w 5890489"/>
                <a:gd name="connsiteY86" fmla="*/ 6506921 h 6578438"/>
                <a:gd name="connsiteX87" fmla="*/ 3629207 w 5890489"/>
                <a:gd name="connsiteY87" fmla="*/ 6503045 h 6578438"/>
                <a:gd name="connsiteX88" fmla="*/ 3698633 w 5890489"/>
                <a:gd name="connsiteY88" fmla="*/ 6496845 h 6578438"/>
                <a:gd name="connsiteX89" fmla="*/ 3733213 w 5890489"/>
                <a:gd name="connsiteY89" fmla="*/ 6493357 h 6578438"/>
                <a:gd name="connsiteX90" fmla="*/ 3767529 w 5890489"/>
                <a:gd name="connsiteY90" fmla="*/ 6488707 h 6578438"/>
                <a:gd name="connsiteX91" fmla="*/ 3801845 w 5890489"/>
                <a:gd name="connsiteY91" fmla="*/ 6484057 h 6578438"/>
                <a:gd name="connsiteX92" fmla="*/ 3835895 w 5890489"/>
                <a:gd name="connsiteY92" fmla="*/ 6478116 h 6578438"/>
                <a:gd name="connsiteX93" fmla="*/ 4364801 w 5890489"/>
                <a:gd name="connsiteY93" fmla="*/ 6308517 h 6578438"/>
                <a:gd name="connsiteX94" fmla="*/ 4861379 w 5890489"/>
                <a:gd name="connsiteY94" fmla="*/ 6000576 h 6578438"/>
                <a:gd name="connsiteX95" fmla="*/ 5341263 w 5890489"/>
                <a:gd name="connsiteY95" fmla="*/ 5605834 h 6578438"/>
                <a:gd name="connsiteX96" fmla="*/ 5587301 w 5890489"/>
                <a:gd name="connsiteY96" fmla="*/ 5390379 h 6578438"/>
                <a:gd name="connsiteX97" fmla="*/ 5849105 w 5890489"/>
                <a:gd name="connsiteY97" fmla="*/ 5176344 h 6578438"/>
                <a:gd name="connsiteX98" fmla="*/ 5890489 w 5890489"/>
                <a:gd name="connsiteY98" fmla="*/ 5145260 h 6578438"/>
                <a:gd name="connsiteX99" fmla="*/ 5890489 w 5890489"/>
                <a:gd name="connsiteY99" fmla="*/ 5995323 h 6578438"/>
                <a:gd name="connsiteX100" fmla="*/ 5811477 w 5890489"/>
                <a:gd name="connsiteY100" fmla="*/ 6077819 h 6578438"/>
                <a:gd name="connsiteX101" fmla="*/ 5301384 w 5890489"/>
                <a:gd name="connsiteY101" fmla="*/ 6542958 h 6578438"/>
                <a:gd name="connsiteX102" fmla="*/ 5252008 w 5890489"/>
                <a:gd name="connsiteY102" fmla="*/ 6578438 h 6578438"/>
                <a:gd name="connsiteX103" fmla="*/ 1653730 w 5890489"/>
                <a:gd name="connsiteY103" fmla="*/ 6578438 h 6578438"/>
                <a:gd name="connsiteX104" fmla="*/ 1549768 w 5890489"/>
                <a:gd name="connsiteY104" fmla="*/ 6488821 h 6578438"/>
                <a:gd name="connsiteX105" fmla="*/ 1298282 w 5890489"/>
                <a:gd name="connsiteY105" fmla="*/ 6243932 h 6578438"/>
                <a:gd name="connsiteX106" fmla="*/ 1237999 w 5890489"/>
                <a:gd name="connsiteY106" fmla="*/ 6181671 h 6578438"/>
                <a:gd name="connsiteX107" fmla="*/ 1179967 w 5890489"/>
                <a:gd name="connsiteY107" fmla="*/ 6117862 h 6578438"/>
                <a:gd name="connsiteX108" fmla="*/ 1121936 w 5890489"/>
                <a:gd name="connsiteY108" fmla="*/ 6054569 h 6578438"/>
                <a:gd name="connsiteX109" fmla="*/ 1065628 w 5890489"/>
                <a:gd name="connsiteY109" fmla="*/ 5990243 h 6578438"/>
                <a:gd name="connsiteX110" fmla="*/ 954335 w 5890489"/>
                <a:gd name="connsiteY110" fmla="*/ 5861460 h 6578438"/>
                <a:gd name="connsiteX111" fmla="*/ 898953 w 5890489"/>
                <a:gd name="connsiteY111" fmla="*/ 5797393 h 6578438"/>
                <a:gd name="connsiteX112" fmla="*/ 842908 w 5890489"/>
                <a:gd name="connsiteY112" fmla="*/ 5733582 h 6578438"/>
                <a:gd name="connsiteX113" fmla="*/ 622442 w 5890489"/>
                <a:gd name="connsiteY113" fmla="*/ 5471884 h 6578438"/>
                <a:gd name="connsiteX114" fmla="*/ 425559 w 5890489"/>
                <a:gd name="connsiteY114" fmla="*/ 5190036 h 6578438"/>
                <a:gd name="connsiteX115" fmla="*/ 123877 w 5890489"/>
                <a:gd name="connsiteY115" fmla="*/ 4564210 h 6578438"/>
                <a:gd name="connsiteX116" fmla="*/ 130 w 5890489"/>
                <a:gd name="connsiteY116" fmla="*/ 3865530 h 6578438"/>
                <a:gd name="connsiteX117" fmla="*/ 30602 w 5890489"/>
                <a:gd name="connsiteY117" fmla="*/ 3505793 h 6578438"/>
                <a:gd name="connsiteX118" fmla="*/ 126924 w 5890489"/>
                <a:gd name="connsiteY118" fmla="*/ 3157164 h 6578438"/>
                <a:gd name="connsiteX119" fmla="*/ 334803 w 5890489"/>
                <a:gd name="connsiteY119" fmla="*/ 2560530 h 6578438"/>
                <a:gd name="connsiteX120" fmla="*/ 381176 w 5890489"/>
                <a:gd name="connsiteY120" fmla="*/ 2409144 h 6578438"/>
                <a:gd name="connsiteX121" fmla="*/ 425825 w 5890489"/>
                <a:gd name="connsiteY121" fmla="*/ 2255819 h 6578438"/>
                <a:gd name="connsiteX122" fmla="*/ 470210 w 5890489"/>
                <a:gd name="connsiteY122" fmla="*/ 2099523 h 6578438"/>
                <a:gd name="connsiteX123" fmla="*/ 492998 w 5890489"/>
                <a:gd name="connsiteY123" fmla="*/ 2020213 h 6578438"/>
                <a:gd name="connsiteX124" fmla="*/ 517509 w 5890489"/>
                <a:gd name="connsiteY124" fmla="*/ 1939224 h 6578438"/>
                <a:gd name="connsiteX125" fmla="*/ 544007 w 5890489"/>
                <a:gd name="connsiteY125" fmla="*/ 1857201 h 6578438"/>
                <a:gd name="connsiteX126" fmla="*/ 573288 w 5890489"/>
                <a:gd name="connsiteY126" fmla="*/ 1774274 h 6578438"/>
                <a:gd name="connsiteX127" fmla="*/ 606146 w 5890489"/>
                <a:gd name="connsiteY127" fmla="*/ 1690832 h 6578438"/>
                <a:gd name="connsiteX128" fmla="*/ 644569 w 5890489"/>
                <a:gd name="connsiteY128" fmla="*/ 1607775 h 6578438"/>
                <a:gd name="connsiteX129" fmla="*/ 837874 w 5890489"/>
                <a:gd name="connsiteY129" fmla="*/ 1297638 h 6578438"/>
                <a:gd name="connsiteX130" fmla="*/ 1069602 w 5890489"/>
                <a:gd name="connsiteY130" fmla="*/ 1032194 h 6578438"/>
                <a:gd name="connsiteX131" fmla="*/ 1130548 w 5890489"/>
                <a:gd name="connsiteY131" fmla="*/ 970839 h 6578438"/>
                <a:gd name="connsiteX132" fmla="*/ 1192024 w 5890489"/>
                <a:gd name="connsiteY132" fmla="*/ 910129 h 6578438"/>
                <a:gd name="connsiteX133" fmla="*/ 1255356 w 5890489"/>
                <a:gd name="connsiteY133" fmla="*/ 850841 h 6578438"/>
                <a:gd name="connsiteX134" fmla="*/ 1319614 w 5890489"/>
                <a:gd name="connsiteY134" fmla="*/ 792068 h 6578438"/>
                <a:gd name="connsiteX135" fmla="*/ 1385728 w 5890489"/>
                <a:gd name="connsiteY135" fmla="*/ 734975 h 6578438"/>
                <a:gd name="connsiteX136" fmla="*/ 1452768 w 5890489"/>
                <a:gd name="connsiteY136" fmla="*/ 678528 h 6578438"/>
                <a:gd name="connsiteX137" fmla="*/ 1469594 w 5890489"/>
                <a:gd name="connsiteY137" fmla="*/ 664449 h 6578438"/>
                <a:gd name="connsiteX138" fmla="*/ 1487083 w 5890489"/>
                <a:gd name="connsiteY138" fmla="*/ 651015 h 6578438"/>
                <a:gd name="connsiteX139" fmla="*/ 1522193 w 5890489"/>
                <a:gd name="connsiteY139" fmla="*/ 624277 h 6578438"/>
                <a:gd name="connsiteX140" fmla="*/ 1592415 w 5890489"/>
                <a:gd name="connsiteY140" fmla="*/ 570671 h 6578438"/>
                <a:gd name="connsiteX141" fmla="*/ 1738287 w 5890489"/>
                <a:gd name="connsiteY141" fmla="*/ 469402 h 6578438"/>
                <a:gd name="connsiteX142" fmla="*/ 1890918 w 5890489"/>
                <a:gd name="connsiteY142" fmla="*/ 376530 h 6578438"/>
                <a:gd name="connsiteX143" fmla="*/ 2555363 w 5890489"/>
                <a:gd name="connsiteY143" fmla="*/ 105274 h 6578438"/>
                <a:gd name="connsiteX144" fmla="*/ 3259291 w 5890489"/>
                <a:gd name="connsiteY144" fmla="*/ 3229 h 6578438"/>
                <a:gd name="connsiteX145" fmla="*/ 3347265 w 5890489"/>
                <a:gd name="connsiteY145" fmla="*/ 903 h 6578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</a:cxnLst>
              <a:rect l="l" t="t" r="r" b="b"/>
              <a:pathLst>
                <a:path w="5890489" h="6578438">
                  <a:moveTo>
                    <a:pt x="3391253" y="0"/>
                  </a:moveTo>
                  <a:lnTo>
                    <a:pt x="3434974" y="646"/>
                  </a:lnTo>
                  <a:lnTo>
                    <a:pt x="3522419" y="2712"/>
                  </a:lnTo>
                  <a:cubicBezTo>
                    <a:pt x="3551567" y="3488"/>
                    <a:pt x="3580451" y="3746"/>
                    <a:pt x="3610261" y="6458"/>
                  </a:cubicBezTo>
                  <a:cubicBezTo>
                    <a:pt x="3669353" y="10850"/>
                    <a:pt x="3728179" y="14337"/>
                    <a:pt x="3786872" y="20667"/>
                  </a:cubicBezTo>
                  <a:lnTo>
                    <a:pt x="3962291" y="43530"/>
                  </a:lnTo>
                  <a:lnTo>
                    <a:pt x="4135855" y="75176"/>
                  </a:lnTo>
                  <a:cubicBezTo>
                    <a:pt x="4193224" y="87836"/>
                    <a:pt x="4250328" y="101398"/>
                    <a:pt x="4307299" y="114315"/>
                  </a:cubicBezTo>
                  <a:cubicBezTo>
                    <a:pt x="4364139" y="128394"/>
                    <a:pt x="4420050" y="145575"/>
                    <a:pt x="4476358" y="160816"/>
                  </a:cubicBezTo>
                  <a:cubicBezTo>
                    <a:pt x="4504580" y="167921"/>
                    <a:pt x="4532138" y="177995"/>
                    <a:pt x="4559829" y="186779"/>
                  </a:cubicBezTo>
                  <a:lnTo>
                    <a:pt x="4642901" y="213648"/>
                  </a:lnTo>
                  <a:cubicBezTo>
                    <a:pt x="4863234" y="288307"/>
                    <a:pt x="5076414" y="379371"/>
                    <a:pt x="5280847" y="485936"/>
                  </a:cubicBezTo>
                  <a:cubicBezTo>
                    <a:pt x="5485018" y="592631"/>
                    <a:pt x="5681768" y="713145"/>
                    <a:pt x="5865400" y="851099"/>
                  </a:cubicBezTo>
                  <a:lnTo>
                    <a:pt x="5890489" y="870950"/>
                  </a:lnTo>
                  <a:lnTo>
                    <a:pt x="5890489" y="1321814"/>
                  </a:lnTo>
                  <a:lnTo>
                    <a:pt x="5887395" y="1318952"/>
                  </a:lnTo>
                  <a:lnTo>
                    <a:pt x="5830291" y="1265992"/>
                  </a:lnTo>
                  <a:lnTo>
                    <a:pt x="5815981" y="1252687"/>
                  </a:lnTo>
                  <a:lnTo>
                    <a:pt x="5801142" y="1240158"/>
                  </a:lnTo>
                  <a:lnTo>
                    <a:pt x="5771464" y="1214969"/>
                  </a:lnTo>
                  <a:cubicBezTo>
                    <a:pt x="5731849" y="1181385"/>
                    <a:pt x="5692897" y="1146896"/>
                    <a:pt x="5651030" y="1115767"/>
                  </a:cubicBezTo>
                  <a:cubicBezTo>
                    <a:pt x="5487534" y="986985"/>
                    <a:pt x="5311321" y="872542"/>
                    <a:pt x="5123183" y="780443"/>
                  </a:cubicBezTo>
                  <a:cubicBezTo>
                    <a:pt x="4935309" y="688087"/>
                    <a:pt x="4737102" y="616398"/>
                    <a:pt x="4533860" y="567701"/>
                  </a:cubicBezTo>
                  <a:lnTo>
                    <a:pt x="4457281" y="550780"/>
                  </a:lnTo>
                  <a:cubicBezTo>
                    <a:pt x="4431709" y="545484"/>
                    <a:pt x="4406536" y="538896"/>
                    <a:pt x="4380568" y="535279"/>
                  </a:cubicBezTo>
                  <a:lnTo>
                    <a:pt x="4303325" y="522879"/>
                  </a:lnTo>
                  <a:lnTo>
                    <a:pt x="4264769" y="516679"/>
                  </a:lnTo>
                  <a:cubicBezTo>
                    <a:pt x="4251918" y="514612"/>
                    <a:pt x="4239067" y="512415"/>
                    <a:pt x="4226082" y="511253"/>
                  </a:cubicBezTo>
                  <a:cubicBezTo>
                    <a:pt x="4174145" y="505829"/>
                    <a:pt x="4122606" y="499498"/>
                    <a:pt x="4070934" y="494848"/>
                  </a:cubicBezTo>
                  <a:lnTo>
                    <a:pt x="3915521" y="486065"/>
                  </a:lnTo>
                  <a:lnTo>
                    <a:pt x="3760241" y="484257"/>
                  </a:lnTo>
                  <a:cubicBezTo>
                    <a:pt x="3734405" y="483869"/>
                    <a:pt x="3708571" y="485936"/>
                    <a:pt x="3682734" y="486581"/>
                  </a:cubicBezTo>
                  <a:lnTo>
                    <a:pt x="3605491" y="488907"/>
                  </a:lnTo>
                  <a:cubicBezTo>
                    <a:pt x="3579921" y="489165"/>
                    <a:pt x="3553555" y="491490"/>
                    <a:pt x="3527454" y="493169"/>
                  </a:cubicBezTo>
                  <a:lnTo>
                    <a:pt x="3449151" y="498336"/>
                  </a:lnTo>
                  <a:lnTo>
                    <a:pt x="3410067" y="500532"/>
                  </a:lnTo>
                  <a:lnTo>
                    <a:pt x="3371246" y="504279"/>
                  </a:lnTo>
                  <a:cubicBezTo>
                    <a:pt x="3345410" y="506862"/>
                    <a:pt x="3319575" y="509315"/>
                    <a:pt x="3293739" y="511512"/>
                  </a:cubicBezTo>
                  <a:cubicBezTo>
                    <a:pt x="3087450" y="531662"/>
                    <a:pt x="2885531" y="563180"/>
                    <a:pt x="2689445" y="610198"/>
                  </a:cubicBezTo>
                  <a:cubicBezTo>
                    <a:pt x="2493357" y="657344"/>
                    <a:pt x="2302303" y="719088"/>
                    <a:pt x="2117875" y="800335"/>
                  </a:cubicBezTo>
                  <a:cubicBezTo>
                    <a:pt x="2072298" y="821648"/>
                    <a:pt x="2026854" y="843606"/>
                    <a:pt x="1981276" y="865566"/>
                  </a:cubicBezTo>
                  <a:cubicBezTo>
                    <a:pt x="1937025" y="889978"/>
                    <a:pt x="1891978" y="913229"/>
                    <a:pt x="1847991" y="938676"/>
                  </a:cubicBezTo>
                  <a:lnTo>
                    <a:pt x="1783069" y="978718"/>
                  </a:lnTo>
                  <a:lnTo>
                    <a:pt x="1750609" y="998869"/>
                  </a:lnTo>
                  <a:lnTo>
                    <a:pt x="1734312" y="1008945"/>
                  </a:lnTo>
                  <a:lnTo>
                    <a:pt x="1718547" y="1019924"/>
                  </a:lnTo>
                  <a:lnTo>
                    <a:pt x="1655481" y="1063582"/>
                  </a:lnTo>
                  <a:cubicBezTo>
                    <a:pt x="1634414" y="1078178"/>
                    <a:pt x="1612950" y="1092259"/>
                    <a:pt x="1593077" y="1108664"/>
                  </a:cubicBezTo>
                  <a:lnTo>
                    <a:pt x="1532263" y="1156197"/>
                  </a:lnTo>
                  <a:cubicBezTo>
                    <a:pt x="1511992" y="1172085"/>
                    <a:pt x="1491587" y="1187844"/>
                    <a:pt x="1472509" y="1205152"/>
                  </a:cubicBezTo>
                  <a:lnTo>
                    <a:pt x="1414212" y="1256175"/>
                  </a:lnTo>
                  <a:cubicBezTo>
                    <a:pt x="1395001" y="1273354"/>
                    <a:pt x="1375127" y="1290147"/>
                    <a:pt x="1357242" y="1308359"/>
                  </a:cubicBezTo>
                  <a:cubicBezTo>
                    <a:pt x="1283178" y="1379532"/>
                    <a:pt x="1212163" y="1452513"/>
                    <a:pt x="1153072" y="1529498"/>
                  </a:cubicBezTo>
                  <a:cubicBezTo>
                    <a:pt x="1090933" y="1605578"/>
                    <a:pt x="1043501" y="1685794"/>
                    <a:pt x="1002694" y="1770658"/>
                  </a:cubicBezTo>
                  <a:lnTo>
                    <a:pt x="974076" y="1835371"/>
                  </a:lnTo>
                  <a:lnTo>
                    <a:pt x="949564" y="1903573"/>
                  </a:lnTo>
                  <a:cubicBezTo>
                    <a:pt x="940820" y="1925661"/>
                    <a:pt x="934593" y="1950719"/>
                    <a:pt x="927173" y="1974229"/>
                  </a:cubicBezTo>
                  <a:cubicBezTo>
                    <a:pt x="920019" y="1998254"/>
                    <a:pt x="912468" y="2021504"/>
                    <a:pt x="906107" y="2046952"/>
                  </a:cubicBezTo>
                  <a:cubicBezTo>
                    <a:pt x="853906" y="2245614"/>
                    <a:pt x="809918" y="2463136"/>
                    <a:pt x="751092" y="2676266"/>
                  </a:cubicBezTo>
                  <a:cubicBezTo>
                    <a:pt x="693458" y="2889912"/>
                    <a:pt x="624166" y="3100976"/>
                    <a:pt x="547189" y="3308422"/>
                  </a:cubicBezTo>
                  <a:cubicBezTo>
                    <a:pt x="479617" y="3487580"/>
                    <a:pt x="444109" y="3675523"/>
                    <a:pt x="441195" y="3866306"/>
                  </a:cubicBezTo>
                  <a:cubicBezTo>
                    <a:pt x="438014" y="4057089"/>
                    <a:pt x="469282" y="4250456"/>
                    <a:pt x="527182" y="4439174"/>
                  </a:cubicBezTo>
                  <a:cubicBezTo>
                    <a:pt x="584815" y="4628278"/>
                    <a:pt x="671067" y="4811828"/>
                    <a:pt x="775073" y="4987240"/>
                  </a:cubicBezTo>
                  <a:cubicBezTo>
                    <a:pt x="827009" y="5075075"/>
                    <a:pt x="884246" y="5160327"/>
                    <a:pt x="943206" y="5244933"/>
                  </a:cubicBezTo>
                  <a:cubicBezTo>
                    <a:pt x="1002296" y="5329411"/>
                    <a:pt x="1064964" y="5412337"/>
                    <a:pt x="1133728" y="5490356"/>
                  </a:cubicBezTo>
                  <a:cubicBezTo>
                    <a:pt x="1203949" y="5567728"/>
                    <a:pt x="1279337" y="5642259"/>
                    <a:pt x="1359626" y="5709815"/>
                  </a:cubicBezTo>
                  <a:cubicBezTo>
                    <a:pt x="1398711" y="5744949"/>
                    <a:pt x="1439916" y="5777241"/>
                    <a:pt x="1481254" y="5809146"/>
                  </a:cubicBezTo>
                  <a:cubicBezTo>
                    <a:pt x="1501922" y="5825163"/>
                    <a:pt x="1522325" y="5841309"/>
                    <a:pt x="1543260" y="5856940"/>
                  </a:cubicBezTo>
                  <a:cubicBezTo>
                    <a:pt x="1564591" y="5871923"/>
                    <a:pt x="1585921" y="5886777"/>
                    <a:pt x="1607518" y="5901374"/>
                  </a:cubicBezTo>
                  <a:cubicBezTo>
                    <a:pt x="1778565" y="6019693"/>
                    <a:pt x="1961271" y="6115924"/>
                    <a:pt x="2145566" y="6193814"/>
                  </a:cubicBezTo>
                  <a:lnTo>
                    <a:pt x="2214991" y="6221844"/>
                  </a:lnTo>
                  <a:lnTo>
                    <a:pt x="2249307" y="6236182"/>
                  </a:lnTo>
                  <a:cubicBezTo>
                    <a:pt x="2260702" y="6241089"/>
                    <a:pt x="2272625" y="6244577"/>
                    <a:pt x="2284285" y="6248711"/>
                  </a:cubicBezTo>
                  <a:lnTo>
                    <a:pt x="2354241" y="6273124"/>
                  </a:lnTo>
                  <a:cubicBezTo>
                    <a:pt x="2360070" y="6275190"/>
                    <a:pt x="2365899" y="6277128"/>
                    <a:pt x="2371597" y="6279324"/>
                  </a:cubicBezTo>
                  <a:cubicBezTo>
                    <a:pt x="2377161" y="6281778"/>
                    <a:pt x="2382329" y="6285007"/>
                    <a:pt x="2387894" y="6287719"/>
                  </a:cubicBezTo>
                  <a:cubicBezTo>
                    <a:pt x="2398757" y="6293274"/>
                    <a:pt x="2410153" y="6297666"/>
                    <a:pt x="2421414" y="6302186"/>
                  </a:cubicBezTo>
                  <a:lnTo>
                    <a:pt x="2489117" y="6329441"/>
                  </a:lnTo>
                  <a:lnTo>
                    <a:pt x="2522902" y="6343134"/>
                  </a:lnTo>
                  <a:cubicBezTo>
                    <a:pt x="2534165" y="6347654"/>
                    <a:pt x="2545294" y="6352563"/>
                    <a:pt x="2556953" y="6356051"/>
                  </a:cubicBezTo>
                  <a:lnTo>
                    <a:pt x="2695009" y="6401905"/>
                  </a:lnTo>
                  <a:cubicBezTo>
                    <a:pt x="2880895" y="6457190"/>
                    <a:pt x="3073141" y="6489095"/>
                    <a:pt x="3268035" y="6501238"/>
                  </a:cubicBezTo>
                  <a:cubicBezTo>
                    <a:pt x="3292413" y="6502659"/>
                    <a:pt x="3316527" y="6505629"/>
                    <a:pt x="3341038" y="6506145"/>
                  </a:cubicBezTo>
                  <a:lnTo>
                    <a:pt x="3414703" y="6507050"/>
                  </a:lnTo>
                  <a:lnTo>
                    <a:pt x="3488237" y="6508212"/>
                  </a:lnTo>
                  <a:cubicBezTo>
                    <a:pt x="3500690" y="6508729"/>
                    <a:pt x="3512483" y="6508471"/>
                    <a:pt x="3524142" y="6507955"/>
                  </a:cubicBezTo>
                  <a:lnTo>
                    <a:pt x="3559252" y="6506921"/>
                  </a:lnTo>
                  <a:cubicBezTo>
                    <a:pt x="3582835" y="6506792"/>
                    <a:pt x="3605889" y="6504467"/>
                    <a:pt x="3629207" y="6503045"/>
                  </a:cubicBezTo>
                  <a:cubicBezTo>
                    <a:pt x="3652526" y="6502012"/>
                    <a:pt x="3675579" y="6499171"/>
                    <a:pt x="3698633" y="6496845"/>
                  </a:cubicBezTo>
                  <a:cubicBezTo>
                    <a:pt x="3710160" y="6495683"/>
                    <a:pt x="3721819" y="6494907"/>
                    <a:pt x="3733213" y="6493357"/>
                  </a:cubicBezTo>
                  <a:lnTo>
                    <a:pt x="3767529" y="6488707"/>
                  </a:lnTo>
                  <a:lnTo>
                    <a:pt x="3801845" y="6484057"/>
                  </a:lnTo>
                  <a:lnTo>
                    <a:pt x="3835895" y="6478116"/>
                  </a:lnTo>
                  <a:cubicBezTo>
                    <a:pt x="4017673" y="6446727"/>
                    <a:pt x="4194152" y="6390281"/>
                    <a:pt x="4364801" y="6308517"/>
                  </a:cubicBezTo>
                  <a:cubicBezTo>
                    <a:pt x="4535583" y="6227139"/>
                    <a:pt x="4700138" y="6120962"/>
                    <a:pt x="4861379" y="6000576"/>
                  </a:cubicBezTo>
                  <a:cubicBezTo>
                    <a:pt x="5022621" y="5879931"/>
                    <a:pt x="5180684" y="5745337"/>
                    <a:pt x="5341263" y="5605834"/>
                  </a:cubicBezTo>
                  <a:lnTo>
                    <a:pt x="5587301" y="5390379"/>
                  </a:lnTo>
                  <a:cubicBezTo>
                    <a:pt x="5674216" y="5315718"/>
                    <a:pt x="5761527" y="5244416"/>
                    <a:pt x="5849105" y="5176344"/>
                  </a:cubicBezTo>
                  <a:lnTo>
                    <a:pt x="5890489" y="5145260"/>
                  </a:lnTo>
                  <a:lnTo>
                    <a:pt x="5890489" y="5995323"/>
                  </a:lnTo>
                  <a:lnTo>
                    <a:pt x="5811477" y="6077819"/>
                  </a:lnTo>
                  <a:cubicBezTo>
                    <a:pt x="5654739" y="6238377"/>
                    <a:pt x="5487138" y="6396093"/>
                    <a:pt x="5301384" y="6542958"/>
                  </a:cubicBezTo>
                  <a:lnTo>
                    <a:pt x="5252008" y="6578438"/>
                  </a:lnTo>
                  <a:lnTo>
                    <a:pt x="1653730" y="6578438"/>
                  </a:lnTo>
                  <a:lnTo>
                    <a:pt x="1549768" y="6488821"/>
                  </a:lnTo>
                  <a:cubicBezTo>
                    <a:pt x="1461976" y="6409495"/>
                    <a:pt x="1378573" y="6327182"/>
                    <a:pt x="1298282" y="6243932"/>
                  </a:cubicBezTo>
                  <a:cubicBezTo>
                    <a:pt x="1278277" y="6223006"/>
                    <a:pt x="1258138" y="6202210"/>
                    <a:pt x="1237999" y="6181671"/>
                  </a:cubicBezTo>
                  <a:lnTo>
                    <a:pt x="1179967" y="6117862"/>
                  </a:lnTo>
                  <a:lnTo>
                    <a:pt x="1121936" y="6054569"/>
                  </a:lnTo>
                  <a:cubicBezTo>
                    <a:pt x="1102328" y="6033644"/>
                    <a:pt x="1084573" y="6011427"/>
                    <a:pt x="1065628" y="5990243"/>
                  </a:cubicBezTo>
                  <a:cubicBezTo>
                    <a:pt x="1028662" y="5947099"/>
                    <a:pt x="990239" y="5904991"/>
                    <a:pt x="954335" y="5861460"/>
                  </a:cubicBezTo>
                  <a:cubicBezTo>
                    <a:pt x="936050" y="5840018"/>
                    <a:pt x="917634" y="5818446"/>
                    <a:pt x="898953" y="5797393"/>
                  </a:cubicBezTo>
                  <a:cubicBezTo>
                    <a:pt x="880404" y="5776208"/>
                    <a:pt x="861325" y="5755412"/>
                    <a:pt x="842908" y="5733582"/>
                  </a:cubicBezTo>
                  <a:cubicBezTo>
                    <a:pt x="767919" y="5647942"/>
                    <a:pt x="693061" y="5561786"/>
                    <a:pt x="622442" y="5471884"/>
                  </a:cubicBezTo>
                  <a:cubicBezTo>
                    <a:pt x="551559" y="5382112"/>
                    <a:pt x="486639" y="5287430"/>
                    <a:pt x="425559" y="5190036"/>
                  </a:cubicBezTo>
                  <a:cubicBezTo>
                    <a:pt x="303668" y="4994990"/>
                    <a:pt x="200193" y="4786123"/>
                    <a:pt x="123877" y="4564210"/>
                  </a:cubicBezTo>
                  <a:cubicBezTo>
                    <a:pt x="47694" y="4342555"/>
                    <a:pt x="2249" y="4106045"/>
                    <a:pt x="130" y="3865530"/>
                  </a:cubicBezTo>
                  <a:cubicBezTo>
                    <a:pt x="-1328" y="3745403"/>
                    <a:pt x="9537" y="3624629"/>
                    <a:pt x="30602" y="3505793"/>
                  </a:cubicBezTo>
                  <a:cubicBezTo>
                    <a:pt x="51802" y="3386828"/>
                    <a:pt x="84659" y="3270059"/>
                    <a:pt x="126924" y="3157164"/>
                  </a:cubicBezTo>
                  <a:cubicBezTo>
                    <a:pt x="200457" y="2959276"/>
                    <a:pt x="271737" y="2761388"/>
                    <a:pt x="334803" y="2560530"/>
                  </a:cubicBezTo>
                  <a:lnTo>
                    <a:pt x="381176" y="2409144"/>
                  </a:lnTo>
                  <a:lnTo>
                    <a:pt x="425825" y="2255819"/>
                  </a:lnTo>
                  <a:lnTo>
                    <a:pt x="470210" y="2099523"/>
                  </a:lnTo>
                  <a:lnTo>
                    <a:pt x="492998" y="2020213"/>
                  </a:lnTo>
                  <a:lnTo>
                    <a:pt x="517509" y="1939224"/>
                  </a:lnTo>
                  <a:cubicBezTo>
                    <a:pt x="525061" y="1912485"/>
                    <a:pt x="534866" y="1884586"/>
                    <a:pt x="544007" y="1857201"/>
                  </a:cubicBezTo>
                  <a:cubicBezTo>
                    <a:pt x="553680" y="1829559"/>
                    <a:pt x="561496" y="1802304"/>
                    <a:pt x="573288" y="1774274"/>
                  </a:cubicBezTo>
                  <a:lnTo>
                    <a:pt x="606146" y="1690832"/>
                  </a:lnTo>
                  <a:cubicBezTo>
                    <a:pt x="618467" y="1663060"/>
                    <a:pt x="631716" y="1635417"/>
                    <a:pt x="644569" y="1607775"/>
                  </a:cubicBezTo>
                  <a:cubicBezTo>
                    <a:pt x="698625" y="1498368"/>
                    <a:pt x="763413" y="1391287"/>
                    <a:pt x="837874" y="1297638"/>
                  </a:cubicBezTo>
                  <a:cubicBezTo>
                    <a:pt x="910348" y="1201278"/>
                    <a:pt x="990107" y="1115897"/>
                    <a:pt x="1069602" y="1032194"/>
                  </a:cubicBezTo>
                  <a:cubicBezTo>
                    <a:pt x="1089079" y="1010624"/>
                    <a:pt x="1110012" y="990990"/>
                    <a:pt x="1130548" y="970839"/>
                  </a:cubicBezTo>
                  <a:lnTo>
                    <a:pt x="1192024" y="910129"/>
                  </a:lnTo>
                  <a:cubicBezTo>
                    <a:pt x="1212031" y="889462"/>
                    <a:pt x="1234024" y="870475"/>
                    <a:pt x="1255356" y="850841"/>
                  </a:cubicBezTo>
                  <a:lnTo>
                    <a:pt x="1319614" y="792068"/>
                  </a:lnTo>
                  <a:cubicBezTo>
                    <a:pt x="1340680" y="772176"/>
                    <a:pt x="1363469" y="753834"/>
                    <a:pt x="1385728" y="734975"/>
                  </a:cubicBezTo>
                  <a:lnTo>
                    <a:pt x="1452768" y="678528"/>
                  </a:lnTo>
                  <a:lnTo>
                    <a:pt x="1469594" y="664449"/>
                  </a:lnTo>
                  <a:lnTo>
                    <a:pt x="1487083" y="651015"/>
                  </a:lnTo>
                  <a:lnTo>
                    <a:pt x="1522193" y="624277"/>
                  </a:lnTo>
                  <a:lnTo>
                    <a:pt x="1592415" y="570671"/>
                  </a:lnTo>
                  <a:cubicBezTo>
                    <a:pt x="1640110" y="535925"/>
                    <a:pt x="1689531" y="503245"/>
                    <a:pt x="1738287" y="469402"/>
                  </a:cubicBezTo>
                  <a:cubicBezTo>
                    <a:pt x="1788634" y="438015"/>
                    <a:pt x="1839643" y="407013"/>
                    <a:pt x="1890918" y="376530"/>
                  </a:cubicBezTo>
                  <a:cubicBezTo>
                    <a:pt x="2098400" y="258209"/>
                    <a:pt x="2323503" y="166241"/>
                    <a:pt x="2555363" y="105274"/>
                  </a:cubicBezTo>
                  <a:cubicBezTo>
                    <a:pt x="2787223" y="44047"/>
                    <a:pt x="3024516" y="12013"/>
                    <a:pt x="3259291" y="3229"/>
                  </a:cubicBezTo>
                  <a:lnTo>
                    <a:pt x="3347265" y="903"/>
                  </a:ln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5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27CCEAF3-651B-4605-AE58-F96E227036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3" y="52997"/>
              <a:ext cx="6093363" cy="6805004"/>
            </a:xfrm>
            <a:custGeom>
              <a:avLst/>
              <a:gdLst>
                <a:gd name="connsiteX0" fmla="*/ 3517682 w 5890491"/>
                <a:gd name="connsiteY0" fmla="*/ 0 h 6578439"/>
                <a:gd name="connsiteX1" fmla="*/ 5849513 w 5890491"/>
                <a:gd name="connsiteY1" fmla="*/ 841730 h 6578439"/>
                <a:gd name="connsiteX2" fmla="*/ 5890491 w 5890491"/>
                <a:gd name="connsiteY2" fmla="*/ 879061 h 6578439"/>
                <a:gd name="connsiteX3" fmla="*/ 5890491 w 5890491"/>
                <a:gd name="connsiteY3" fmla="*/ 2034114 h 6578439"/>
                <a:gd name="connsiteX4" fmla="*/ 5757065 w 5890491"/>
                <a:gd name="connsiteY4" fmla="*/ 1854938 h 6578439"/>
                <a:gd name="connsiteX5" fmla="*/ 5564060 w 5890491"/>
                <a:gd name="connsiteY5" fmla="*/ 1642182 h 6578439"/>
                <a:gd name="connsiteX6" fmla="*/ 3517551 w 5890491"/>
                <a:gd name="connsiteY6" fmla="*/ 790012 h 6578439"/>
                <a:gd name="connsiteX7" fmla="*/ 1611552 w 5890491"/>
                <a:gd name="connsiteY7" fmla="*/ 1543282 h 6578439"/>
                <a:gd name="connsiteX8" fmla="*/ 1340656 w 5890491"/>
                <a:gd name="connsiteY8" fmla="*/ 1897925 h 6578439"/>
                <a:gd name="connsiteX9" fmla="*/ 1201705 w 5890491"/>
                <a:gd name="connsiteY9" fmla="*/ 2361213 h 6578439"/>
                <a:gd name="connsiteX10" fmla="*/ 852705 w 5890491"/>
                <a:gd name="connsiteY10" fmla="*/ 3529176 h 6578439"/>
                <a:gd name="connsiteX11" fmla="*/ 863863 w 5890491"/>
                <a:gd name="connsiteY11" fmla="*/ 4437051 h 6578439"/>
                <a:gd name="connsiteX12" fmla="*/ 1413569 w 5890491"/>
                <a:gd name="connsiteY12" fmla="*/ 5357174 h 6578439"/>
                <a:gd name="connsiteX13" fmla="*/ 2339129 w 5890491"/>
                <a:gd name="connsiteY13" fmla="*/ 6143367 h 6578439"/>
                <a:gd name="connsiteX14" fmla="*/ 3439449 w 5890491"/>
                <a:gd name="connsiteY14" fmla="*/ 6420049 h 6578439"/>
                <a:gd name="connsiteX15" fmla="*/ 5251388 w 5890491"/>
                <a:gd name="connsiteY15" fmla="*/ 5349009 h 6578439"/>
                <a:gd name="connsiteX16" fmla="*/ 5657731 w 5890491"/>
                <a:gd name="connsiteY16" fmla="*/ 4959205 h 6578439"/>
                <a:gd name="connsiteX17" fmla="*/ 5836127 w 5890491"/>
                <a:gd name="connsiteY17" fmla="*/ 4792052 h 6578439"/>
                <a:gd name="connsiteX18" fmla="*/ 5890491 w 5890491"/>
                <a:gd name="connsiteY18" fmla="*/ 4738662 h 6578439"/>
                <a:gd name="connsiteX19" fmla="*/ 5890491 w 5890491"/>
                <a:gd name="connsiteY19" fmla="*/ 5821964 h 6578439"/>
                <a:gd name="connsiteX20" fmla="*/ 5802001 w 5890491"/>
                <a:gd name="connsiteY20" fmla="*/ 5907904 h 6578439"/>
                <a:gd name="connsiteX21" fmla="*/ 5294358 w 5890491"/>
                <a:gd name="connsiteY21" fmla="*/ 6397505 h 6578439"/>
                <a:gd name="connsiteX22" fmla="*/ 5077178 w 5890491"/>
                <a:gd name="connsiteY22" fmla="*/ 6578439 h 6578439"/>
                <a:gd name="connsiteX23" fmla="*/ 1567290 w 5890491"/>
                <a:gd name="connsiteY23" fmla="*/ 6578439 h 6578439"/>
                <a:gd name="connsiteX24" fmla="*/ 1508588 w 5890491"/>
                <a:gd name="connsiteY24" fmla="*/ 6535186 h 6578439"/>
                <a:gd name="connsiteX25" fmla="*/ 826498 w 5890491"/>
                <a:gd name="connsiteY25" fmla="*/ 5876034 h 6578439"/>
                <a:gd name="connsiteX26" fmla="*/ 122403 w 5890491"/>
                <a:gd name="connsiteY26" fmla="*/ 3255655 h 6578439"/>
                <a:gd name="connsiteX27" fmla="*/ 1061197 w 5890491"/>
                <a:gd name="connsiteY27" fmla="*/ 984650 h 6578439"/>
                <a:gd name="connsiteX28" fmla="*/ 3517682 w 5890491"/>
                <a:gd name="connsiteY28" fmla="*/ 0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890491" h="6578439">
                  <a:moveTo>
                    <a:pt x="3517682" y="0"/>
                  </a:moveTo>
                  <a:cubicBezTo>
                    <a:pt x="4402017" y="0"/>
                    <a:pt x="5213742" y="315483"/>
                    <a:pt x="5849513" y="841730"/>
                  </a:cubicBezTo>
                  <a:lnTo>
                    <a:pt x="5890491" y="879061"/>
                  </a:lnTo>
                  <a:lnTo>
                    <a:pt x="5890491" y="2034114"/>
                  </a:lnTo>
                  <a:lnTo>
                    <a:pt x="5757065" y="1854938"/>
                  </a:lnTo>
                  <a:cubicBezTo>
                    <a:pt x="5696443" y="1781264"/>
                    <a:pt x="5632076" y="1710299"/>
                    <a:pt x="5564060" y="1642182"/>
                  </a:cubicBezTo>
                  <a:cubicBezTo>
                    <a:pt x="5015393" y="1092636"/>
                    <a:pt x="4288592" y="790012"/>
                    <a:pt x="3517551" y="790012"/>
                  </a:cubicBezTo>
                  <a:cubicBezTo>
                    <a:pt x="2701750" y="790012"/>
                    <a:pt x="2131676" y="1015335"/>
                    <a:pt x="1611552" y="1543282"/>
                  </a:cubicBezTo>
                  <a:cubicBezTo>
                    <a:pt x="1435754" y="1721722"/>
                    <a:pt x="1375945" y="1822729"/>
                    <a:pt x="1340656" y="1897925"/>
                  </a:cubicBezTo>
                  <a:cubicBezTo>
                    <a:pt x="1289148" y="2007623"/>
                    <a:pt x="1252432" y="2155907"/>
                    <a:pt x="1201705" y="2361213"/>
                  </a:cubicBezTo>
                  <a:cubicBezTo>
                    <a:pt x="1133721" y="2635919"/>
                    <a:pt x="1040568" y="3012290"/>
                    <a:pt x="852705" y="3529176"/>
                  </a:cubicBezTo>
                  <a:cubicBezTo>
                    <a:pt x="749952" y="3811784"/>
                    <a:pt x="753584" y="4108747"/>
                    <a:pt x="863863" y="4437051"/>
                  </a:cubicBezTo>
                  <a:cubicBezTo>
                    <a:pt x="964800" y="4737438"/>
                    <a:pt x="1154869" y="5055603"/>
                    <a:pt x="1413569" y="5357174"/>
                  </a:cubicBezTo>
                  <a:cubicBezTo>
                    <a:pt x="1718326" y="5712343"/>
                    <a:pt x="2021008" y="5969404"/>
                    <a:pt x="2339129" y="6143367"/>
                  </a:cubicBezTo>
                  <a:cubicBezTo>
                    <a:pt x="2679565" y="6329577"/>
                    <a:pt x="3039591" y="6420049"/>
                    <a:pt x="3439449" y="6420049"/>
                  </a:cubicBezTo>
                  <a:cubicBezTo>
                    <a:pt x="4142246" y="6420049"/>
                    <a:pt x="4633828" y="5976251"/>
                    <a:pt x="5251388" y="5349009"/>
                  </a:cubicBezTo>
                  <a:cubicBezTo>
                    <a:pt x="5389949" y="5208364"/>
                    <a:pt x="5526047" y="5081677"/>
                    <a:pt x="5657731" y="4959205"/>
                  </a:cubicBezTo>
                  <a:cubicBezTo>
                    <a:pt x="5719520" y="4901722"/>
                    <a:pt x="5779200" y="4846206"/>
                    <a:pt x="5836127" y="4792052"/>
                  </a:cubicBezTo>
                  <a:lnTo>
                    <a:pt x="5890491" y="4738662"/>
                  </a:lnTo>
                  <a:lnTo>
                    <a:pt x="5890491" y="5821964"/>
                  </a:lnTo>
                  <a:lnTo>
                    <a:pt x="5802001" y="5907904"/>
                  </a:lnTo>
                  <a:cubicBezTo>
                    <a:pt x="5634962" y="6077456"/>
                    <a:pt x="5467509" y="6243625"/>
                    <a:pt x="5294358" y="6397505"/>
                  </a:cubicBezTo>
                  <a:lnTo>
                    <a:pt x="5077178" y="6578439"/>
                  </a:lnTo>
                  <a:lnTo>
                    <a:pt x="1567290" y="6578439"/>
                  </a:lnTo>
                  <a:lnTo>
                    <a:pt x="1508588" y="6535186"/>
                  </a:lnTo>
                  <a:cubicBezTo>
                    <a:pt x="1263991" y="6345442"/>
                    <a:pt x="1038054" y="6122666"/>
                    <a:pt x="826498" y="5876034"/>
                  </a:cubicBezTo>
                  <a:cubicBezTo>
                    <a:pt x="261613" y="5217713"/>
                    <a:pt x="-239182" y="4250314"/>
                    <a:pt x="122403" y="3255655"/>
                  </a:cubicBezTo>
                  <a:cubicBezTo>
                    <a:pt x="607497" y="1921629"/>
                    <a:pt x="393040" y="1662857"/>
                    <a:pt x="1061197" y="984650"/>
                  </a:cubicBezTo>
                  <a:cubicBezTo>
                    <a:pt x="1729484" y="306444"/>
                    <a:pt x="2498060" y="0"/>
                    <a:pt x="3517682" y="0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/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D519330-E5F1-4248-B58C-1AA0D9E6DA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101024" y="52997"/>
              <a:ext cx="6093362" cy="6805004"/>
            </a:xfrm>
            <a:custGeom>
              <a:avLst/>
              <a:gdLst>
                <a:gd name="connsiteX0" fmla="*/ 5890490 w 5890490"/>
                <a:gd name="connsiteY0" fmla="*/ 5389037 h 6578439"/>
                <a:gd name="connsiteX1" fmla="*/ 5890490 w 5890490"/>
                <a:gd name="connsiteY1" fmla="*/ 5855587 h 6578439"/>
                <a:gd name="connsiteX2" fmla="*/ 5784593 w 5890490"/>
                <a:gd name="connsiteY2" fmla="*/ 5962054 h 6578439"/>
                <a:gd name="connsiteX3" fmla="*/ 5663414 w 5890490"/>
                <a:gd name="connsiteY3" fmla="*/ 6082564 h 6578439"/>
                <a:gd name="connsiteX4" fmla="*/ 5147099 w 5890490"/>
                <a:gd name="connsiteY4" fmla="*/ 6547726 h 6578439"/>
                <a:gd name="connsiteX5" fmla="*/ 5105015 w 5890490"/>
                <a:gd name="connsiteY5" fmla="*/ 6578439 h 6578439"/>
                <a:gd name="connsiteX6" fmla="*/ 4385601 w 5890490"/>
                <a:gd name="connsiteY6" fmla="*/ 6578439 h 6578439"/>
                <a:gd name="connsiteX7" fmla="*/ 4507252 w 5890490"/>
                <a:gd name="connsiteY7" fmla="*/ 6515968 h 6578439"/>
                <a:gd name="connsiteX8" fmla="*/ 4909330 w 5890490"/>
                <a:gd name="connsiteY8" fmla="*/ 6253453 h 6578439"/>
                <a:gd name="connsiteX9" fmla="*/ 5411374 w 5890490"/>
                <a:gd name="connsiteY9" fmla="*/ 5828544 h 6578439"/>
                <a:gd name="connsiteX10" fmla="*/ 5533570 w 5890490"/>
                <a:gd name="connsiteY10" fmla="*/ 5714534 h 6578439"/>
                <a:gd name="connsiteX11" fmla="*/ 5657425 w 5890490"/>
                <a:gd name="connsiteY11" fmla="*/ 5597650 h 6578439"/>
                <a:gd name="connsiteX12" fmla="*/ 3336813 w 5890490"/>
                <a:gd name="connsiteY12" fmla="*/ 499 h 6578439"/>
                <a:gd name="connsiteX13" fmla="*/ 3513674 w 5890490"/>
                <a:gd name="connsiteY13" fmla="*/ 1202 h 6578439"/>
                <a:gd name="connsiteX14" fmla="*/ 3602743 w 5890490"/>
                <a:gd name="connsiteY14" fmla="*/ 4827 h 6578439"/>
                <a:gd name="connsiteX15" fmla="*/ 3647213 w 5890490"/>
                <a:gd name="connsiteY15" fmla="*/ 6703 h 6578439"/>
                <a:gd name="connsiteX16" fmla="*/ 3691684 w 5890490"/>
                <a:gd name="connsiteY16" fmla="*/ 9453 h 6578439"/>
                <a:gd name="connsiteX17" fmla="*/ 3868927 w 5890490"/>
                <a:gd name="connsiteY17" fmla="*/ 27080 h 6578439"/>
                <a:gd name="connsiteX18" fmla="*/ 5200872 w 5890490"/>
                <a:gd name="connsiteY18" fmla="*/ 472240 h 6578439"/>
                <a:gd name="connsiteX19" fmla="*/ 5772711 w 5890490"/>
                <a:gd name="connsiteY19" fmla="*/ 866334 h 6578439"/>
                <a:gd name="connsiteX20" fmla="*/ 5890490 w 5890490"/>
                <a:gd name="connsiteY20" fmla="*/ 972426 h 6578439"/>
                <a:gd name="connsiteX21" fmla="*/ 5890490 w 5890490"/>
                <a:gd name="connsiteY21" fmla="*/ 1158576 h 6578439"/>
                <a:gd name="connsiteX22" fmla="*/ 5676045 w 5890490"/>
                <a:gd name="connsiteY22" fmla="*/ 986969 h 6578439"/>
                <a:gd name="connsiteX23" fmla="*/ 5103776 w 5890490"/>
                <a:gd name="connsiteY23" fmla="*/ 655879 h 6578439"/>
                <a:gd name="connsiteX24" fmla="*/ 4482465 w 5890490"/>
                <a:gd name="connsiteY24" fmla="*/ 440363 h 6578439"/>
                <a:gd name="connsiteX25" fmla="*/ 4402444 w 5890490"/>
                <a:gd name="connsiteY25" fmla="*/ 422111 h 6578439"/>
                <a:gd name="connsiteX26" fmla="*/ 4322423 w 5890490"/>
                <a:gd name="connsiteY26" fmla="*/ 404610 h 6578439"/>
                <a:gd name="connsiteX27" fmla="*/ 4241892 w 5890490"/>
                <a:gd name="connsiteY27" fmla="*/ 389858 h 6578439"/>
                <a:gd name="connsiteX28" fmla="*/ 4201627 w 5890490"/>
                <a:gd name="connsiteY28" fmla="*/ 382483 h 6578439"/>
                <a:gd name="connsiteX29" fmla="*/ 4161234 w 5890490"/>
                <a:gd name="connsiteY29" fmla="*/ 375857 h 6578439"/>
                <a:gd name="connsiteX30" fmla="*/ 3999280 w 5890490"/>
                <a:gd name="connsiteY30" fmla="*/ 353606 h 6578439"/>
                <a:gd name="connsiteX31" fmla="*/ 3836817 w 5890490"/>
                <a:gd name="connsiteY31" fmla="*/ 338480 h 6578439"/>
                <a:gd name="connsiteX32" fmla="*/ 3673972 w 5890490"/>
                <a:gd name="connsiteY32" fmla="*/ 330604 h 6578439"/>
                <a:gd name="connsiteX33" fmla="*/ 3511126 w 5890490"/>
                <a:gd name="connsiteY33" fmla="*/ 328978 h 6578439"/>
                <a:gd name="connsiteX34" fmla="*/ 3183142 w 5890490"/>
                <a:gd name="connsiteY34" fmla="*/ 342854 h 6578439"/>
                <a:gd name="connsiteX35" fmla="*/ 2541444 w 5890490"/>
                <a:gd name="connsiteY35" fmla="*/ 439988 h 6578439"/>
                <a:gd name="connsiteX36" fmla="*/ 1933895 w 5890490"/>
                <a:gd name="connsiteY36" fmla="*/ 650505 h 6578439"/>
                <a:gd name="connsiteX37" fmla="*/ 1378079 w 5890490"/>
                <a:gd name="connsiteY37" fmla="*/ 983905 h 6578439"/>
                <a:gd name="connsiteX38" fmla="*/ 1312967 w 5890490"/>
                <a:gd name="connsiteY38" fmla="*/ 1033660 h 6578439"/>
                <a:gd name="connsiteX39" fmla="*/ 1248364 w 5890490"/>
                <a:gd name="connsiteY39" fmla="*/ 1084413 h 6578439"/>
                <a:gd name="connsiteX40" fmla="*/ 1185163 w 5890490"/>
                <a:gd name="connsiteY40" fmla="*/ 1137168 h 6578439"/>
                <a:gd name="connsiteX41" fmla="*/ 1122852 w 5890490"/>
                <a:gd name="connsiteY41" fmla="*/ 1190922 h 6578439"/>
                <a:gd name="connsiteX42" fmla="*/ 892092 w 5890490"/>
                <a:gd name="connsiteY42" fmla="*/ 1421440 h 6578439"/>
                <a:gd name="connsiteX43" fmla="*/ 707202 w 5890490"/>
                <a:gd name="connsiteY43" fmla="*/ 1684212 h 6578439"/>
                <a:gd name="connsiteX44" fmla="*/ 670121 w 5890490"/>
                <a:gd name="connsiteY44" fmla="*/ 1756093 h 6578439"/>
                <a:gd name="connsiteX45" fmla="*/ 637630 w 5890490"/>
                <a:gd name="connsiteY45" fmla="*/ 1830724 h 6578439"/>
                <a:gd name="connsiteX46" fmla="*/ 607685 w 5890490"/>
                <a:gd name="connsiteY46" fmla="*/ 1907105 h 6578439"/>
                <a:gd name="connsiteX47" fmla="*/ 580034 w 5890490"/>
                <a:gd name="connsiteY47" fmla="*/ 1984986 h 6578439"/>
                <a:gd name="connsiteX48" fmla="*/ 481919 w 5890490"/>
                <a:gd name="connsiteY48" fmla="*/ 2304386 h 6578439"/>
                <a:gd name="connsiteX49" fmla="*/ 433881 w 5890490"/>
                <a:gd name="connsiteY49" fmla="*/ 2465399 h 6578439"/>
                <a:gd name="connsiteX50" fmla="*/ 384442 w 5890490"/>
                <a:gd name="connsiteY50" fmla="*/ 2626163 h 6578439"/>
                <a:gd name="connsiteX51" fmla="*/ 166039 w 5890490"/>
                <a:gd name="connsiteY51" fmla="*/ 3261338 h 6578439"/>
                <a:gd name="connsiteX52" fmla="*/ 56202 w 5890490"/>
                <a:gd name="connsiteY52" fmla="*/ 3910265 h 6578439"/>
                <a:gd name="connsiteX53" fmla="*/ 93664 w 5890490"/>
                <a:gd name="connsiteY53" fmla="*/ 4237292 h 6578439"/>
                <a:gd name="connsiteX54" fmla="*/ 111758 w 5890490"/>
                <a:gd name="connsiteY54" fmla="*/ 4317548 h 6578439"/>
                <a:gd name="connsiteX55" fmla="*/ 133038 w 5890490"/>
                <a:gd name="connsiteY55" fmla="*/ 4397054 h 6578439"/>
                <a:gd name="connsiteX56" fmla="*/ 157757 w 5890490"/>
                <a:gd name="connsiteY56" fmla="*/ 4475560 h 6578439"/>
                <a:gd name="connsiteX57" fmla="*/ 185153 w 5890490"/>
                <a:gd name="connsiteY57" fmla="*/ 4553066 h 6578439"/>
                <a:gd name="connsiteX58" fmla="*/ 493642 w 5890490"/>
                <a:gd name="connsiteY58" fmla="*/ 5132239 h 6578439"/>
                <a:gd name="connsiteX59" fmla="*/ 914391 w 5890490"/>
                <a:gd name="connsiteY59" fmla="*/ 5636528 h 6578439"/>
                <a:gd name="connsiteX60" fmla="*/ 1402034 w 5890490"/>
                <a:gd name="connsiteY60" fmla="*/ 6076188 h 6578439"/>
                <a:gd name="connsiteX61" fmla="*/ 1664397 w 5890490"/>
                <a:gd name="connsiteY61" fmla="*/ 6267079 h 6578439"/>
                <a:gd name="connsiteX62" fmla="*/ 1938992 w 5890490"/>
                <a:gd name="connsiteY62" fmla="*/ 6434343 h 6578439"/>
                <a:gd name="connsiteX63" fmla="*/ 2225931 w 5890490"/>
                <a:gd name="connsiteY63" fmla="*/ 6574322 h 6578439"/>
                <a:gd name="connsiteX64" fmla="*/ 2236328 w 5890490"/>
                <a:gd name="connsiteY64" fmla="*/ 6578439 h 6578439"/>
                <a:gd name="connsiteX65" fmla="*/ 1504665 w 5890490"/>
                <a:gd name="connsiteY65" fmla="*/ 6578439 h 6578439"/>
                <a:gd name="connsiteX66" fmla="*/ 1456827 w 5890490"/>
                <a:gd name="connsiteY66" fmla="*/ 6543476 h 6578439"/>
                <a:gd name="connsiteX67" fmla="*/ 1188475 w 5890490"/>
                <a:gd name="connsiteY67" fmla="*/ 6314083 h 6578439"/>
                <a:gd name="connsiteX68" fmla="*/ 721728 w 5890490"/>
                <a:gd name="connsiteY68" fmla="*/ 5798666 h 6578439"/>
                <a:gd name="connsiteX69" fmla="*/ 344175 w 5890490"/>
                <a:gd name="connsiteY69" fmla="*/ 5219495 h 6578439"/>
                <a:gd name="connsiteX70" fmla="*/ 87293 w 5890490"/>
                <a:gd name="connsiteY70" fmla="*/ 4583569 h 6578439"/>
                <a:gd name="connsiteX71" fmla="*/ 65886 w 5890490"/>
                <a:gd name="connsiteY71" fmla="*/ 4500813 h 6578439"/>
                <a:gd name="connsiteX72" fmla="*/ 47409 w 5890490"/>
                <a:gd name="connsiteY72" fmla="*/ 4417431 h 6578439"/>
                <a:gd name="connsiteX73" fmla="*/ 39000 w 5890490"/>
                <a:gd name="connsiteY73" fmla="*/ 4375677 h 6578439"/>
                <a:gd name="connsiteX74" fmla="*/ 31610 w 5890490"/>
                <a:gd name="connsiteY74" fmla="*/ 4333674 h 6578439"/>
                <a:gd name="connsiteX75" fmla="*/ 18868 w 5890490"/>
                <a:gd name="connsiteY75" fmla="*/ 4249417 h 6578439"/>
                <a:gd name="connsiteX76" fmla="*/ 646 w 5890490"/>
                <a:gd name="connsiteY76" fmla="*/ 3910265 h 6578439"/>
                <a:gd name="connsiteX77" fmla="*/ 130234 w 5890490"/>
                <a:gd name="connsiteY77" fmla="*/ 3248337 h 6578439"/>
                <a:gd name="connsiteX78" fmla="*/ 335383 w 5890490"/>
                <a:gd name="connsiteY78" fmla="*/ 2611911 h 6578439"/>
                <a:gd name="connsiteX79" fmla="*/ 487272 w 5890490"/>
                <a:gd name="connsiteY79" fmla="*/ 1958609 h 6578439"/>
                <a:gd name="connsiteX80" fmla="*/ 508550 w 5890490"/>
                <a:gd name="connsiteY80" fmla="*/ 1876227 h 6578439"/>
                <a:gd name="connsiteX81" fmla="*/ 531742 w 5890490"/>
                <a:gd name="connsiteY81" fmla="*/ 1793721 h 6578439"/>
                <a:gd name="connsiteX82" fmla="*/ 558245 w 5890490"/>
                <a:gd name="connsiteY82" fmla="*/ 1711465 h 6578439"/>
                <a:gd name="connsiteX83" fmla="*/ 590100 w 5890490"/>
                <a:gd name="connsiteY83" fmla="*/ 1630332 h 6578439"/>
                <a:gd name="connsiteX84" fmla="*/ 758680 w 5890490"/>
                <a:gd name="connsiteY84" fmla="*/ 1322433 h 6578439"/>
                <a:gd name="connsiteX85" fmla="*/ 976317 w 5890490"/>
                <a:gd name="connsiteY85" fmla="*/ 1049286 h 6578439"/>
                <a:gd name="connsiteX86" fmla="*/ 1035314 w 5890490"/>
                <a:gd name="connsiteY86" fmla="*/ 985406 h 6578439"/>
                <a:gd name="connsiteX87" fmla="*/ 1095329 w 5890490"/>
                <a:gd name="connsiteY87" fmla="*/ 922526 h 6578439"/>
                <a:gd name="connsiteX88" fmla="*/ 1157384 w 5890490"/>
                <a:gd name="connsiteY88" fmla="*/ 861271 h 6578439"/>
                <a:gd name="connsiteX89" fmla="*/ 1220841 w 5890490"/>
                <a:gd name="connsiteY89" fmla="*/ 801017 h 6578439"/>
                <a:gd name="connsiteX90" fmla="*/ 1286462 w 5890490"/>
                <a:gd name="connsiteY90" fmla="*/ 742886 h 6578439"/>
                <a:gd name="connsiteX91" fmla="*/ 1353233 w 5890490"/>
                <a:gd name="connsiteY91" fmla="*/ 685632 h 6578439"/>
                <a:gd name="connsiteX92" fmla="*/ 1369924 w 5890490"/>
                <a:gd name="connsiteY92" fmla="*/ 671256 h 6578439"/>
                <a:gd name="connsiteX93" fmla="*/ 1387380 w 5890490"/>
                <a:gd name="connsiteY93" fmla="*/ 657755 h 6578439"/>
                <a:gd name="connsiteX94" fmla="*/ 1422422 w 5890490"/>
                <a:gd name="connsiteY94" fmla="*/ 630877 h 6578439"/>
                <a:gd name="connsiteX95" fmla="*/ 1492759 w 5890490"/>
                <a:gd name="connsiteY95" fmla="*/ 577248 h 6578439"/>
                <a:gd name="connsiteX96" fmla="*/ 1528820 w 5890490"/>
                <a:gd name="connsiteY96" fmla="*/ 551496 h 6578439"/>
                <a:gd name="connsiteX97" fmla="*/ 1565390 w 5890490"/>
                <a:gd name="connsiteY97" fmla="*/ 526370 h 6578439"/>
                <a:gd name="connsiteX98" fmla="*/ 1639040 w 5890490"/>
                <a:gd name="connsiteY98" fmla="*/ 476490 h 6578439"/>
                <a:gd name="connsiteX99" fmla="*/ 1792075 w 5890490"/>
                <a:gd name="connsiteY99" fmla="*/ 384859 h 6578439"/>
                <a:gd name="connsiteX100" fmla="*/ 2455943 w 5890490"/>
                <a:gd name="connsiteY100" fmla="*/ 117836 h 6578439"/>
                <a:gd name="connsiteX101" fmla="*/ 3159952 w 5890490"/>
                <a:gd name="connsiteY101" fmla="*/ 7203 h 6578439"/>
                <a:gd name="connsiteX102" fmla="*/ 3336813 w 5890490"/>
                <a:gd name="connsiteY102" fmla="*/ 499 h 65784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</a:cxnLst>
              <a:rect l="l" t="t" r="r" b="b"/>
              <a:pathLst>
                <a:path w="5890490" h="6578439">
                  <a:moveTo>
                    <a:pt x="5890490" y="5389037"/>
                  </a:moveTo>
                  <a:lnTo>
                    <a:pt x="5890490" y="5855587"/>
                  </a:lnTo>
                  <a:lnTo>
                    <a:pt x="5784593" y="5962054"/>
                  </a:lnTo>
                  <a:cubicBezTo>
                    <a:pt x="5744454" y="6002308"/>
                    <a:pt x="5704062" y="6042436"/>
                    <a:pt x="5663414" y="6082564"/>
                  </a:cubicBezTo>
                  <a:cubicBezTo>
                    <a:pt x="5500314" y="6242577"/>
                    <a:pt x="5330970" y="6400714"/>
                    <a:pt x="5147099" y="6547726"/>
                  </a:cubicBezTo>
                  <a:lnTo>
                    <a:pt x="5105015" y="6578439"/>
                  </a:lnTo>
                  <a:lnTo>
                    <a:pt x="4385601" y="6578439"/>
                  </a:lnTo>
                  <a:lnTo>
                    <a:pt x="4507252" y="6515968"/>
                  </a:lnTo>
                  <a:cubicBezTo>
                    <a:pt x="4645901" y="6439679"/>
                    <a:pt x="4779837" y="6350961"/>
                    <a:pt x="4909330" y="6253453"/>
                  </a:cubicBezTo>
                  <a:cubicBezTo>
                    <a:pt x="5082369" y="6123567"/>
                    <a:pt x="5248145" y="5979180"/>
                    <a:pt x="5411374" y="5828544"/>
                  </a:cubicBezTo>
                  <a:cubicBezTo>
                    <a:pt x="5452149" y="5790791"/>
                    <a:pt x="5492924" y="5752788"/>
                    <a:pt x="5533570" y="5714534"/>
                  </a:cubicBezTo>
                  <a:lnTo>
                    <a:pt x="5657425" y="5597650"/>
                  </a:lnTo>
                  <a:close/>
                  <a:moveTo>
                    <a:pt x="3336813" y="499"/>
                  </a:moveTo>
                  <a:cubicBezTo>
                    <a:pt x="3395682" y="-392"/>
                    <a:pt x="3454550" y="-48"/>
                    <a:pt x="3513674" y="1202"/>
                  </a:cubicBezTo>
                  <a:lnTo>
                    <a:pt x="3602743" y="4827"/>
                  </a:lnTo>
                  <a:lnTo>
                    <a:pt x="3647213" y="6703"/>
                  </a:lnTo>
                  <a:cubicBezTo>
                    <a:pt x="3661994" y="7327"/>
                    <a:pt x="3676903" y="7703"/>
                    <a:pt x="3691684" y="9453"/>
                  </a:cubicBezTo>
                  <a:lnTo>
                    <a:pt x="3868927" y="27080"/>
                  </a:lnTo>
                  <a:cubicBezTo>
                    <a:pt x="4340645" y="85584"/>
                    <a:pt x="4795160" y="243221"/>
                    <a:pt x="5200872" y="472240"/>
                  </a:cubicBezTo>
                  <a:cubicBezTo>
                    <a:pt x="5403855" y="587124"/>
                    <a:pt x="5594988" y="719447"/>
                    <a:pt x="5772711" y="866334"/>
                  </a:cubicBezTo>
                  <a:lnTo>
                    <a:pt x="5890490" y="972426"/>
                  </a:lnTo>
                  <a:lnTo>
                    <a:pt x="5890490" y="1158576"/>
                  </a:lnTo>
                  <a:lnTo>
                    <a:pt x="5676045" y="986969"/>
                  </a:lnTo>
                  <a:cubicBezTo>
                    <a:pt x="5496587" y="857740"/>
                    <a:pt x="5304275" y="746699"/>
                    <a:pt x="5103776" y="655879"/>
                  </a:cubicBezTo>
                  <a:cubicBezTo>
                    <a:pt x="4903214" y="564747"/>
                    <a:pt x="4695006" y="492492"/>
                    <a:pt x="4482465" y="440363"/>
                  </a:cubicBezTo>
                  <a:lnTo>
                    <a:pt x="4402444" y="422111"/>
                  </a:lnTo>
                  <a:cubicBezTo>
                    <a:pt x="4375813" y="416111"/>
                    <a:pt x="4349436" y="408859"/>
                    <a:pt x="4322423" y="404610"/>
                  </a:cubicBezTo>
                  <a:lnTo>
                    <a:pt x="4241892" y="389858"/>
                  </a:lnTo>
                  <a:lnTo>
                    <a:pt x="4201627" y="382483"/>
                  </a:lnTo>
                  <a:cubicBezTo>
                    <a:pt x="4188248" y="379983"/>
                    <a:pt x="4174869" y="377483"/>
                    <a:pt x="4161234" y="375857"/>
                  </a:cubicBezTo>
                  <a:cubicBezTo>
                    <a:pt x="4107208" y="368482"/>
                    <a:pt x="4053308" y="360482"/>
                    <a:pt x="3999280" y="353606"/>
                  </a:cubicBezTo>
                  <a:cubicBezTo>
                    <a:pt x="3944999" y="348855"/>
                    <a:pt x="3890844" y="343854"/>
                    <a:pt x="3836817" y="338480"/>
                  </a:cubicBezTo>
                  <a:lnTo>
                    <a:pt x="3673972" y="330604"/>
                  </a:lnTo>
                  <a:cubicBezTo>
                    <a:pt x="3619690" y="329104"/>
                    <a:pt x="3565281" y="329604"/>
                    <a:pt x="3511126" y="328978"/>
                  </a:cubicBezTo>
                  <a:cubicBezTo>
                    <a:pt x="3402054" y="330728"/>
                    <a:pt x="3291706" y="334604"/>
                    <a:pt x="3183142" y="342854"/>
                  </a:cubicBezTo>
                  <a:cubicBezTo>
                    <a:pt x="2965505" y="358855"/>
                    <a:pt x="2750670" y="389733"/>
                    <a:pt x="2541444" y="439988"/>
                  </a:cubicBezTo>
                  <a:cubicBezTo>
                    <a:pt x="2332216" y="490117"/>
                    <a:pt x="2128850" y="559997"/>
                    <a:pt x="1933895" y="650505"/>
                  </a:cubicBezTo>
                  <a:cubicBezTo>
                    <a:pt x="1738939" y="741261"/>
                    <a:pt x="1553540" y="854146"/>
                    <a:pt x="1378079" y="983905"/>
                  </a:cubicBezTo>
                  <a:lnTo>
                    <a:pt x="1312967" y="1033660"/>
                  </a:lnTo>
                  <a:cubicBezTo>
                    <a:pt x="1291178" y="1050286"/>
                    <a:pt x="1269006" y="1066412"/>
                    <a:pt x="1248364" y="1084413"/>
                  </a:cubicBezTo>
                  <a:lnTo>
                    <a:pt x="1185163" y="1137168"/>
                  </a:lnTo>
                  <a:cubicBezTo>
                    <a:pt x="1164138" y="1154794"/>
                    <a:pt x="1142603" y="1172046"/>
                    <a:pt x="1122852" y="1190922"/>
                  </a:cubicBezTo>
                  <a:cubicBezTo>
                    <a:pt x="1041557" y="1264303"/>
                    <a:pt x="961663" y="1339309"/>
                    <a:pt x="892092" y="1421440"/>
                  </a:cubicBezTo>
                  <a:cubicBezTo>
                    <a:pt x="819589" y="1501822"/>
                    <a:pt x="759827" y="1590329"/>
                    <a:pt x="707202" y="1684212"/>
                  </a:cubicBezTo>
                  <a:cubicBezTo>
                    <a:pt x="694715" y="1708089"/>
                    <a:pt x="682227" y="1731841"/>
                    <a:pt x="670121" y="1756093"/>
                  </a:cubicBezTo>
                  <a:lnTo>
                    <a:pt x="637630" y="1830724"/>
                  </a:lnTo>
                  <a:cubicBezTo>
                    <a:pt x="626161" y="1855350"/>
                    <a:pt x="617624" y="1881603"/>
                    <a:pt x="607685" y="1907105"/>
                  </a:cubicBezTo>
                  <a:cubicBezTo>
                    <a:pt x="598128" y="1932857"/>
                    <a:pt x="588317" y="1958483"/>
                    <a:pt x="580034" y="1984986"/>
                  </a:cubicBezTo>
                  <a:cubicBezTo>
                    <a:pt x="544611" y="2089620"/>
                    <a:pt x="513393" y="2197128"/>
                    <a:pt x="481919" y="2304386"/>
                  </a:cubicBezTo>
                  <a:lnTo>
                    <a:pt x="433881" y="2465399"/>
                  </a:lnTo>
                  <a:lnTo>
                    <a:pt x="384442" y="2626163"/>
                  </a:lnTo>
                  <a:cubicBezTo>
                    <a:pt x="317672" y="2839680"/>
                    <a:pt x="243129" y="3050946"/>
                    <a:pt x="166039" y="3261338"/>
                  </a:cubicBezTo>
                  <a:cubicBezTo>
                    <a:pt x="88822" y="3468979"/>
                    <a:pt x="50850" y="3690248"/>
                    <a:pt x="56202" y="3910265"/>
                  </a:cubicBezTo>
                  <a:cubicBezTo>
                    <a:pt x="58495" y="4020274"/>
                    <a:pt x="71493" y="4129783"/>
                    <a:pt x="93664" y="4237292"/>
                  </a:cubicBezTo>
                  <a:cubicBezTo>
                    <a:pt x="99143" y="4264168"/>
                    <a:pt x="104623" y="4291045"/>
                    <a:pt x="111758" y="4317548"/>
                  </a:cubicBezTo>
                  <a:cubicBezTo>
                    <a:pt x="118384" y="4344176"/>
                    <a:pt x="124627" y="4370802"/>
                    <a:pt x="133038" y="4397054"/>
                  </a:cubicBezTo>
                  <a:cubicBezTo>
                    <a:pt x="140810" y="4423307"/>
                    <a:pt x="148456" y="4449683"/>
                    <a:pt x="157757" y="4475560"/>
                  </a:cubicBezTo>
                  <a:cubicBezTo>
                    <a:pt x="166549" y="4501562"/>
                    <a:pt x="175087" y="4527564"/>
                    <a:pt x="185153" y="4553066"/>
                  </a:cubicBezTo>
                  <a:cubicBezTo>
                    <a:pt x="262371" y="4758458"/>
                    <a:pt x="368895" y="4951974"/>
                    <a:pt x="493642" y="5132239"/>
                  </a:cubicBezTo>
                  <a:cubicBezTo>
                    <a:pt x="618389" y="5312627"/>
                    <a:pt x="760846" y="5480391"/>
                    <a:pt x="914391" y="5636528"/>
                  </a:cubicBezTo>
                  <a:cubicBezTo>
                    <a:pt x="1069081" y="5793166"/>
                    <a:pt x="1231544" y="5941677"/>
                    <a:pt x="1402034" y="6076188"/>
                  </a:cubicBezTo>
                  <a:cubicBezTo>
                    <a:pt x="1487535" y="6143320"/>
                    <a:pt x="1574565" y="6207574"/>
                    <a:pt x="1664397" y="6267079"/>
                  </a:cubicBezTo>
                  <a:cubicBezTo>
                    <a:pt x="1753592" y="6327459"/>
                    <a:pt x="1845336" y="6383088"/>
                    <a:pt x="1938992" y="6434343"/>
                  </a:cubicBezTo>
                  <a:cubicBezTo>
                    <a:pt x="2032647" y="6485659"/>
                    <a:pt x="2128309" y="6532600"/>
                    <a:pt x="2225931" y="6574322"/>
                  </a:cubicBezTo>
                  <a:lnTo>
                    <a:pt x="2236328" y="6578439"/>
                  </a:lnTo>
                  <a:lnTo>
                    <a:pt x="1504665" y="6578439"/>
                  </a:lnTo>
                  <a:lnTo>
                    <a:pt x="1456827" y="6543476"/>
                  </a:lnTo>
                  <a:cubicBezTo>
                    <a:pt x="1363554" y="6470595"/>
                    <a:pt x="1273848" y="6394340"/>
                    <a:pt x="1188475" y="6314083"/>
                  </a:cubicBezTo>
                  <a:cubicBezTo>
                    <a:pt x="1017856" y="6153445"/>
                    <a:pt x="863803" y="5979931"/>
                    <a:pt x="721728" y="5798666"/>
                  </a:cubicBezTo>
                  <a:cubicBezTo>
                    <a:pt x="579397" y="5616027"/>
                    <a:pt x="452103" y="5422511"/>
                    <a:pt x="344175" y="5219495"/>
                  </a:cubicBezTo>
                  <a:cubicBezTo>
                    <a:pt x="236505" y="5016354"/>
                    <a:pt x="147946" y="4803586"/>
                    <a:pt x="87293" y="4583569"/>
                  </a:cubicBezTo>
                  <a:cubicBezTo>
                    <a:pt x="79138" y="4556193"/>
                    <a:pt x="72639" y="4528440"/>
                    <a:pt x="65886" y="4500813"/>
                  </a:cubicBezTo>
                  <a:cubicBezTo>
                    <a:pt x="58751" y="4473311"/>
                    <a:pt x="53144" y="4445308"/>
                    <a:pt x="47409" y="4417431"/>
                  </a:cubicBezTo>
                  <a:cubicBezTo>
                    <a:pt x="44733" y="4403430"/>
                    <a:pt x="41294" y="4389679"/>
                    <a:pt x="39000" y="4375677"/>
                  </a:cubicBezTo>
                  <a:lnTo>
                    <a:pt x="31610" y="4333674"/>
                  </a:lnTo>
                  <a:cubicBezTo>
                    <a:pt x="26258" y="4305797"/>
                    <a:pt x="22563" y="4277544"/>
                    <a:pt x="18868" y="4249417"/>
                  </a:cubicBezTo>
                  <a:cubicBezTo>
                    <a:pt x="4214" y="4136784"/>
                    <a:pt x="-2158" y="4023275"/>
                    <a:pt x="646" y="3910265"/>
                  </a:cubicBezTo>
                  <a:cubicBezTo>
                    <a:pt x="5997" y="3683872"/>
                    <a:pt x="50596" y="3459605"/>
                    <a:pt x="130234" y="3248337"/>
                  </a:cubicBezTo>
                  <a:cubicBezTo>
                    <a:pt x="207961" y="3039196"/>
                    <a:pt x="278044" y="2827179"/>
                    <a:pt x="335383" y="2611911"/>
                  </a:cubicBezTo>
                  <a:cubicBezTo>
                    <a:pt x="393743" y="2396644"/>
                    <a:pt x="435792" y="2178627"/>
                    <a:pt x="487272" y="1958609"/>
                  </a:cubicBezTo>
                  <a:cubicBezTo>
                    <a:pt x="493259" y="1931107"/>
                    <a:pt x="501287" y="1903730"/>
                    <a:pt x="508550" y="1876227"/>
                  </a:cubicBezTo>
                  <a:cubicBezTo>
                    <a:pt x="516195" y="1848725"/>
                    <a:pt x="522312" y="1820972"/>
                    <a:pt x="531742" y="1793721"/>
                  </a:cubicBezTo>
                  <a:lnTo>
                    <a:pt x="558245" y="1711465"/>
                  </a:lnTo>
                  <a:cubicBezTo>
                    <a:pt x="568439" y="1684337"/>
                    <a:pt x="579652" y="1657459"/>
                    <a:pt x="590100" y="1630332"/>
                  </a:cubicBezTo>
                  <a:cubicBezTo>
                    <a:pt x="635080" y="1523075"/>
                    <a:pt x="690637" y="1417566"/>
                    <a:pt x="758680" y="1322433"/>
                  </a:cubicBezTo>
                  <a:cubicBezTo>
                    <a:pt x="824430" y="1225051"/>
                    <a:pt x="899610" y="1136168"/>
                    <a:pt x="976317" y="1049286"/>
                  </a:cubicBezTo>
                  <a:cubicBezTo>
                    <a:pt x="995049" y="1027035"/>
                    <a:pt x="1015436" y="1006533"/>
                    <a:pt x="1035314" y="985406"/>
                  </a:cubicBezTo>
                  <a:lnTo>
                    <a:pt x="1095329" y="922526"/>
                  </a:lnTo>
                  <a:cubicBezTo>
                    <a:pt x="1114953" y="901149"/>
                    <a:pt x="1136359" y="881397"/>
                    <a:pt x="1157384" y="861271"/>
                  </a:cubicBezTo>
                  <a:lnTo>
                    <a:pt x="1220841" y="801017"/>
                  </a:lnTo>
                  <a:cubicBezTo>
                    <a:pt x="1241610" y="780514"/>
                    <a:pt x="1264418" y="762014"/>
                    <a:pt x="1286462" y="742886"/>
                  </a:cubicBezTo>
                  <a:lnTo>
                    <a:pt x="1353233" y="685632"/>
                  </a:lnTo>
                  <a:lnTo>
                    <a:pt x="1369924" y="671256"/>
                  </a:lnTo>
                  <a:cubicBezTo>
                    <a:pt x="1375658" y="666631"/>
                    <a:pt x="1381520" y="662255"/>
                    <a:pt x="1387380" y="657755"/>
                  </a:cubicBezTo>
                  <a:lnTo>
                    <a:pt x="1422422" y="630877"/>
                  </a:lnTo>
                  <a:lnTo>
                    <a:pt x="1492759" y="577248"/>
                  </a:lnTo>
                  <a:cubicBezTo>
                    <a:pt x="1504355" y="567997"/>
                    <a:pt x="1516714" y="559997"/>
                    <a:pt x="1528820" y="551496"/>
                  </a:cubicBezTo>
                  <a:lnTo>
                    <a:pt x="1565390" y="526370"/>
                  </a:lnTo>
                  <a:lnTo>
                    <a:pt x="1639040" y="476490"/>
                  </a:lnTo>
                  <a:cubicBezTo>
                    <a:pt x="1689754" y="445613"/>
                    <a:pt x="1740723" y="414986"/>
                    <a:pt x="1792075" y="384859"/>
                  </a:cubicBezTo>
                  <a:cubicBezTo>
                    <a:pt x="2000282" y="268724"/>
                    <a:pt x="2224927" y="179467"/>
                    <a:pt x="2455943" y="117836"/>
                  </a:cubicBezTo>
                  <a:cubicBezTo>
                    <a:pt x="2687088" y="55957"/>
                    <a:pt x="2923964" y="21204"/>
                    <a:pt x="3159952" y="7203"/>
                  </a:cubicBezTo>
                  <a:cubicBezTo>
                    <a:pt x="3219076" y="3515"/>
                    <a:pt x="3277945" y="1389"/>
                    <a:pt x="3336813" y="499"/>
                  </a:cubicBezTo>
                  <a:close/>
                </a:path>
              </a:pathLst>
            </a:custGeom>
            <a:gradFill flip="none" rotWithShape="1"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5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6" name="Graphic 5" descr="Help Thin">
            <a:extLst>
              <a:ext uri="{FF2B5EF4-FFF2-40B4-BE49-F238E27FC236}">
                <a16:creationId xmlns:a16="http://schemas.microsoft.com/office/drawing/2014/main" id="{82783B54-8615-B3D8-D96B-B20DF20BA4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729652" y="1859078"/>
            <a:ext cx="3821102" cy="3821102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9122045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6DB92E-9198-397C-B79C-0434C75E0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4A6836E-C603-43CB-9DA7-89D8E3FA38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96007DD-F9BF-4F0F-B8C6-C514B2841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9FFD96E-0374-7A4B-1629-8E6345607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925" y="1321056"/>
            <a:ext cx="10684151" cy="199197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  <a:t>Repo:</a:t>
            </a:r>
            <a:br>
              <a:rPr lang="en-US" sz="4000" kern="1200" dirty="0">
                <a:solidFill>
                  <a:schemeClr val="tx2"/>
                </a:solidFill>
                <a:latin typeface="+mj-lt"/>
                <a:ea typeface="+mj-ea"/>
                <a:cs typeface="+mj-cs"/>
              </a:rPr>
            </a:br>
            <a:r>
              <a:rPr lang="en-US" sz="4000" dirty="0">
                <a:solidFill>
                  <a:schemeClr val="tx2"/>
                </a:solidFill>
              </a:rPr>
              <a:t>https://github.com/M-Abdiu/Gruppe_06-Arbeitszeitrechner_2.0/tree/main</a:t>
            </a:r>
            <a:endParaRPr lang="en-US" sz="4000" kern="1200" dirty="0">
              <a:solidFill>
                <a:schemeClr val="tx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A0FAFCA-5C96-453B-83B7-A9AEF7F189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4" name="Freeform: Shape 11">
              <a:extLst>
                <a:ext uri="{FF2B5EF4-FFF2-40B4-BE49-F238E27FC236}">
                  <a16:creationId xmlns:a16="http://schemas.microsoft.com/office/drawing/2014/main" id="{4A0F84AE-A24D-4353-B1BA-BD80DAA385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Freeform: Shape 12">
              <a:extLst>
                <a:ext uri="{FF2B5EF4-FFF2-40B4-BE49-F238E27FC236}">
                  <a16:creationId xmlns:a16="http://schemas.microsoft.com/office/drawing/2014/main" id="{AF093259-3E74-43A1-944B-B106C8105E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: Shape 13">
              <a:extLst>
                <a:ext uri="{FF2B5EF4-FFF2-40B4-BE49-F238E27FC236}">
                  <a16:creationId xmlns:a16="http://schemas.microsoft.com/office/drawing/2014/main" id="{AAA28A35-1E54-4054-BB95-42FAFA13A9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14">
              <a:extLst>
                <a:ext uri="{FF2B5EF4-FFF2-40B4-BE49-F238E27FC236}">
                  <a16:creationId xmlns:a16="http://schemas.microsoft.com/office/drawing/2014/main" id="{FBA3A17F-F3BD-4B94-9CC8-006700210F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D0398DD-AD75-4E2B-A3C6-35073082A8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-456265" y="3658536"/>
            <a:ext cx="3655725" cy="2743201"/>
            <a:chOff x="-305" y="-1"/>
            <a:chExt cx="3832880" cy="2876136"/>
          </a:xfrm>
        </p:grpSpPr>
        <p:sp>
          <p:nvSpPr>
            <p:cNvPr id="22" name="Freeform: Shape 17">
              <a:extLst>
                <a:ext uri="{FF2B5EF4-FFF2-40B4-BE49-F238E27FC236}">
                  <a16:creationId xmlns:a16="http://schemas.microsoft.com/office/drawing/2014/main" id="{03E4F247-A844-4CD1-A37E-B7EA0DA2D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E2387B1B-D4D3-493F-8D7A-C7A89DBD4A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C3404477-1F13-4859-84DA-12A303ACA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1B8C62FD-B708-4F00-80BB-1250C60119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22015730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402</Words>
  <Application>Microsoft Office PowerPoint</Application>
  <PresentationFormat>Breitbild</PresentationFormat>
  <Paragraphs>58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Arbeitszeit-Auswertungsprogramm 2.0</vt:lpstr>
      <vt:lpstr>Agenda</vt:lpstr>
      <vt:lpstr>Themawahl</vt:lpstr>
      <vt:lpstr>Problemstellung</vt:lpstr>
      <vt:lpstr>Problemstellung</vt:lpstr>
      <vt:lpstr>User Stories</vt:lpstr>
      <vt:lpstr>Projektfunktionen</vt:lpstr>
      <vt:lpstr>Projektmanagement</vt:lpstr>
      <vt:lpstr>Live Demo </vt:lpstr>
      <vt:lpstr>Q&amp;A </vt:lpstr>
      <vt:lpstr>Repo: https://github.com/M-Abdiu/Gruppe_06-Arbeitszeitrechner_2.0/tree/main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Denis Silva Meira (s)</dc:creator>
  <cp:lastModifiedBy>Mehmedali Abdiu (s)</cp:lastModifiedBy>
  <cp:revision>7</cp:revision>
  <dcterms:created xsi:type="dcterms:W3CDTF">2025-12-12T12:31:08Z</dcterms:created>
  <dcterms:modified xsi:type="dcterms:W3CDTF">2026-05-24T14:02:37Z</dcterms:modified>
</cp:coreProperties>
</file>